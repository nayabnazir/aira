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61134bfa8461f" /><Relationship Type="http://schemas.openxmlformats.org/officeDocument/2006/relationships/extended-properties" Target="/docProps/app.xml" Id="Rbc8fdf006bab451f" /><Relationship Type="http://schemas.openxmlformats.org/officeDocument/2006/relationships/officeDocument" Target="/ppt/presentation.xml" Id="R6a5da07350a149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97e55f0e147c6"/>
  </p:sldMasterIdLst>
  <p:notesMasterIdLst>
    <p:notesMasterId xmlns:r="http://schemas.openxmlformats.org/officeDocument/2006/relationships" r:id="R7a71838401ed46c5"/>
  </p:notesMasterIdLst>
  <p:sldIdLst>
    <p:sldId xmlns:r="http://schemas.openxmlformats.org/officeDocument/2006/relationships" id="256" r:id="R4d58595cd0c04526"/>
    <p:sldId xmlns:r="http://schemas.openxmlformats.org/officeDocument/2006/relationships" id="257" r:id="R9bcc147f196c4353"/>
    <p:sldId xmlns:r="http://schemas.openxmlformats.org/officeDocument/2006/relationships" id="258" r:id="R6193382382844ade"/>
    <p:sldId xmlns:r="http://schemas.openxmlformats.org/officeDocument/2006/relationships" id="259" r:id="Re99ac868dc864964"/>
    <p:sldId xmlns:r="http://schemas.openxmlformats.org/officeDocument/2006/relationships" id="260" r:id="R5bb3b2c67b5b453b"/>
    <p:sldId xmlns:r="http://schemas.openxmlformats.org/officeDocument/2006/relationships" id="261" r:id="R80761d2f78c94a17"/>
    <p:sldId xmlns:r="http://schemas.openxmlformats.org/officeDocument/2006/relationships" id="262" r:id="R80573d2406d341a6"/>
    <p:sldId xmlns:r="http://schemas.openxmlformats.org/officeDocument/2006/relationships" id="263" r:id="Rc7c71f572942407f"/>
    <p:sldId xmlns:r="http://schemas.openxmlformats.org/officeDocument/2006/relationships" id="264" r:id="R8bc34ebfd7234679"/>
    <p:sldId xmlns:r="http://schemas.openxmlformats.org/officeDocument/2006/relationships" id="265" r:id="Re2cf864a288442c1"/>
    <p:sldId xmlns:r="http://schemas.openxmlformats.org/officeDocument/2006/relationships" id="266" r:id="Rb7c3b58009ec4b13"/>
    <p:sldId xmlns:r="http://schemas.openxmlformats.org/officeDocument/2006/relationships" id="267" r:id="R4965e7e415a84e49"/>
    <p:sldId xmlns:r="http://schemas.openxmlformats.org/officeDocument/2006/relationships" id="268" r:id="R5e386f3552f14020"/>
    <p:sldId xmlns:r="http://schemas.openxmlformats.org/officeDocument/2006/relationships" id="269" r:id="R8fdb7a982a214229"/>
    <p:sldId xmlns:r="http://schemas.openxmlformats.org/officeDocument/2006/relationships" id="270" r:id="R06dd0d5fec5e4896"/>
    <p:sldId xmlns:r="http://schemas.openxmlformats.org/officeDocument/2006/relationships" id="271" r:id="Rb50a6a57038248bb"/>
    <p:sldId xmlns:r="http://schemas.openxmlformats.org/officeDocument/2006/relationships" id="272" r:id="R7235c2e33bbf4cbc"/>
    <p:sldId xmlns:r="http://schemas.openxmlformats.org/officeDocument/2006/relationships" id="273" r:id="R5d009f64462d440c"/>
    <p:sldId xmlns:r="http://schemas.openxmlformats.org/officeDocument/2006/relationships" id="274" r:id="R612a024e1ba94a69"/>
    <p:sldId xmlns:r="http://schemas.openxmlformats.org/officeDocument/2006/relationships" id="275" r:id="R802270e51f8244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b3f9af68af428f" /><Relationship Type="http://schemas.openxmlformats.org/officeDocument/2006/relationships/slideMaster" Target="/ppt/slideMasters/slideMaster1.xml" Id="R3eb97e55f0e147c6" /><Relationship Type="http://schemas.openxmlformats.org/officeDocument/2006/relationships/notesMaster" Target="/ppt/notesMasters/notesMaster1.xml" Id="R7a71838401ed46c5" /><Relationship Type="http://schemas.openxmlformats.org/officeDocument/2006/relationships/presProps" Target="/ppt/presProps.xml" Id="Rffebc4d34fc444e1" /><Relationship Type="http://schemas.openxmlformats.org/officeDocument/2006/relationships/tableStyles" Target="/ppt/tableStyles.xml" Id="Re73a2e4c042c43dc" /><Relationship Type="http://schemas.openxmlformats.org/officeDocument/2006/relationships/slide" Target="/ppt/slides/slide1.xml" Id="R4d58595cd0c04526" /><Relationship Type="http://schemas.openxmlformats.org/officeDocument/2006/relationships/slide" Target="/ppt/slides/slide2.xml" Id="R9bcc147f196c4353" /><Relationship Type="http://schemas.openxmlformats.org/officeDocument/2006/relationships/slide" Target="/ppt/slides/slide3.xml" Id="R6193382382844ade" /><Relationship Type="http://schemas.openxmlformats.org/officeDocument/2006/relationships/slide" Target="/ppt/slides/slide4.xml" Id="Re99ac868dc864964" /><Relationship Type="http://schemas.openxmlformats.org/officeDocument/2006/relationships/slide" Target="/ppt/slides/slide5.xml" Id="R5bb3b2c67b5b453b" /><Relationship Type="http://schemas.openxmlformats.org/officeDocument/2006/relationships/slide" Target="/ppt/slides/slide6.xml" Id="R80761d2f78c94a17" /><Relationship Type="http://schemas.openxmlformats.org/officeDocument/2006/relationships/slide" Target="/ppt/slides/slide7.xml" Id="R80573d2406d341a6" /><Relationship Type="http://schemas.openxmlformats.org/officeDocument/2006/relationships/slide" Target="/ppt/slides/slide8.xml" Id="Rc7c71f572942407f" /><Relationship Type="http://schemas.openxmlformats.org/officeDocument/2006/relationships/slide" Target="/ppt/slides/slide9.xml" Id="R8bc34ebfd7234679" /><Relationship Type="http://schemas.openxmlformats.org/officeDocument/2006/relationships/slide" Target="/ppt/slides/slide10.xml" Id="Re2cf864a288442c1" /><Relationship Type="http://schemas.openxmlformats.org/officeDocument/2006/relationships/slide" Target="/ppt/slides/slide11.xml" Id="Rb7c3b58009ec4b13" /><Relationship Type="http://schemas.openxmlformats.org/officeDocument/2006/relationships/slide" Target="/ppt/slides/slide12.xml" Id="R4965e7e415a84e49" /><Relationship Type="http://schemas.openxmlformats.org/officeDocument/2006/relationships/slide" Target="/ppt/slides/slide13.xml" Id="R5e386f3552f14020" /><Relationship Type="http://schemas.openxmlformats.org/officeDocument/2006/relationships/slide" Target="/ppt/slides/slide14.xml" Id="R8fdb7a982a214229" /><Relationship Type="http://schemas.openxmlformats.org/officeDocument/2006/relationships/slide" Target="/ppt/slides/slide15.xml" Id="R06dd0d5fec5e4896" /><Relationship Type="http://schemas.openxmlformats.org/officeDocument/2006/relationships/slide" Target="/ppt/slides/slide16.xml" Id="Rb50a6a57038248bb" /><Relationship Type="http://schemas.openxmlformats.org/officeDocument/2006/relationships/slide" Target="/ppt/slides/slide17.xml" Id="R7235c2e33bbf4cbc" /><Relationship Type="http://schemas.openxmlformats.org/officeDocument/2006/relationships/slide" Target="/ppt/slides/slide18.xml" Id="R5d009f64462d440c" /><Relationship Type="http://schemas.openxmlformats.org/officeDocument/2006/relationships/slide" Target="/ppt/slides/slide19.xml" Id="R612a024e1ba94a69" /><Relationship Type="http://schemas.openxmlformats.org/officeDocument/2006/relationships/slide" Target="/ppt/slides/slide20.xml" Id="R802270e51f8244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5ef2c3ab9345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065c7a5cd9491f" /><Relationship Type="http://schemas.openxmlformats.org/officeDocument/2006/relationships/notesMaster" Target="/ppt/notesMasters/notesMaster1.xml" Id="Rc6f7dbc5204b47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0fe86d74094e0e" /><Relationship Type="http://schemas.openxmlformats.org/officeDocument/2006/relationships/notesMaster" Target="/ppt/notesMasters/notesMaster1.xml" Id="R7c0c607c416349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6dccbb31e14a6a" /><Relationship Type="http://schemas.openxmlformats.org/officeDocument/2006/relationships/notesMaster" Target="/ppt/notesMasters/notesMaster1.xml" Id="R67e856eb8a4948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d54577e8bc4d8e" /><Relationship Type="http://schemas.openxmlformats.org/officeDocument/2006/relationships/notesMaster" Target="/ppt/notesMasters/notesMaster1.xml" Id="Ra49ca767a75847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115bcddb843a1" /><Relationship Type="http://schemas.openxmlformats.org/officeDocument/2006/relationships/notesMaster" Target="/ppt/notesMasters/notesMaster1.xml" Id="Rd77adf525a7c44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c371484920479f" /><Relationship Type="http://schemas.openxmlformats.org/officeDocument/2006/relationships/notesMaster" Target="/ppt/notesMasters/notesMaster1.xml" Id="R897063d4db0449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c0f98fcc7641d6" /><Relationship Type="http://schemas.openxmlformats.org/officeDocument/2006/relationships/notesMaster" Target="/ppt/notesMasters/notesMaster1.xml" Id="R863c7c9b226844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f003a89a5a47af" /><Relationship Type="http://schemas.openxmlformats.org/officeDocument/2006/relationships/notesMaster" Target="/ppt/notesMasters/notesMaster1.xml" Id="Re5501aefc0ff4e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8fa39a2d3d4117" /><Relationship Type="http://schemas.openxmlformats.org/officeDocument/2006/relationships/notesMaster" Target="/ppt/notesMasters/notesMaster1.xml" Id="R83bf89e790004e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f54380e182451c" /><Relationship Type="http://schemas.openxmlformats.org/officeDocument/2006/relationships/notesMaster" Target="/ppt/notesMasters/notesMaster1.xml" Id="Ra92a3a442b8743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f146e3b8be4285" /><Relationship Type="http://schemas.openxmlformats.org/officeDocument/2006/relationships/notesMaster" Target="/ppt/notesMasters/notesMaster1.xml" Id="Rd701644441c044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aaa76c96b84d6b" /><Relationship Type="http://schemas.openxmlformats.org/officeDocument/2006/relationships/notesMaster" Target="/ppt/notesMasters/notesMaster1.xml" Id="R261c8414084045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c4607685cf47bc" /><Relationship Type="http://schemas.openxmlformats.org/officeDocument/2006/relationships/notesMaster" Target="/ppt/notesMasters/notesMaster1.xml" Id="Ree40eae268c747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4085d033c74a88" /><Relationship Type="http://schemas.openxmlformats.org/officeDocument/2006/relationships/notesMaster" Target="/ppt/notesMasters/notesMaster1.xml" Id="R94d0fa6cfc3849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09c09ffb9e4828" /><Relationship Type="http://schemas.openxmlformats.org/officeDocument/2006/relationships/notesMaster" Target="/ppt/notesMasters/notesMaster1.xml" Id="Rd17e768437bc42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5889001a3549b6" /><Relationship Type="http://schemas.openxmlformats.org/officeDocument/2006/relationships/notesMaster" Target="/ppt/notesMasters/notesMaster1.xml" Id="R8fcca0b01b6a42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b238f19c6f483a" /><Relationship Type="http://schemas.openxmlformats.org/officeDocument/2006/relationships/notesMaster" Target="/ppt/notesMasters/notesMaster1.xml" Id="Rc9ce3bc0ed3f47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9faa8561ee45bc" /><Relationship Type="http://schemas.openxmlformats.org/officeDocument/2006/relationships/notesMaster" Target="/ppt/notesMasters/notesMaster1.xml" Id="R797b6c4826a943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3a25d9bea0430d" /><Relationship Type="http://schemas.openxmlformats.org/officeDocument/2006/relationships/notesMaster" Target="/ppt/notesMasters/notesMaster1.xml" Id="R8ce3c140822e49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6eebbd16594d4f" /><Relationship Type="http://schemas.openxmlformats.org/officeDocument/2006/relationships/notesMaster" Target="/ppt/notesMasters/notesMaster1.xml" Id="Ra8d87491f4914f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6d89c207343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f5329328b44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5b05fb0b240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3c05f76e649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924429a644f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93801dfe34f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7538b951a47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a6bfbb7ca4e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003b31f8a45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7c08836c34a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0501efd414a1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AC37C5-BD5D-4528-8A55-0D1EB2571E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C7CA23-81E0-4BE5-8F11-05BAEA2399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3EAFEC-FD8B-47C3-A015-4A76610FF8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E1C1D-5CB9-40EA-AE86-9B7ED0AE15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FE0147-9454-4028-AC76-3D14BE4720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199269-D191-41B6-A879-D389952F5A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55E92D3-861A-4CCF-AB95-2B5C462B68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971B92-2DD9-4D9C-8DF1-D502E7064E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A5803D-2C52-4075-A584-3FA82BC086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FF1754-00BA-4094-A49B-E713EB4264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F85EBA-3480-47C1-838E-DF39BACB0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346D0C-8629-4BBA-8114-136C035B31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C9710F-D598-4086-A60A-A30411F090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10BE6A-B742-4E26-975A-F07FA79386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3EA40E-518C-4EEF-BE1C-C7372C3783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F40C52-95D6-4A19-9AEA-5D0DB2C40D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8FEA20-30B6-497A-92B6-3B1E17EB85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9598ABD-58EE-4827-9328-AAF49DFB01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05EDD59-D3B0-46C3-B3C0-862E3615D1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3974C69-502D-4542-A47F-6B8FB4103D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E002FA-F932-48D0-9092-91C2FF694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8EFE28-881F-415E-978F-8D75254DD7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4041C8-8D44-4165-932B-6577116067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6FA94A-D201-4CA9-8ECA-D85832E462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DAEC29E-21BC-433D-817F-B9EC321A2C7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B0110DC-0B80-488F-B427-E323F60381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44766B2-021A-47C8-A78B-C6F794F744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1663C4D-6029-4B51-9D22-D8397C742D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B85CEBA-FE6B-4F1C-9D20-76EC3B7D0B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591F69-71E1-4997-903F-077BFBFD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400A2B7-0DE0-4B84-8F25-54AAEE67F7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1741AD1-877D-4FC8-9D54-AE17D1208D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1E3ED5A-7683-447B-8B17-B78DACBD87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6165625-BE02-41D1-AE17-F7942DA46F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4029A22-486B-4BE7-A9B4-A2D7A85AD4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BE4E474-FDA2-472D-B01F-6056482030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C8FCBF-97F2-48AB-AD8B-0AFB9C7EC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BC7D48-2DA1-4A43-A6A4-A918294FA0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15F0AF3-8BE8-457B-B9A9-9D86EF2F57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F79089A-D2EA-4B43-A3DE-D26CDD8CAB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4EE0D95-1CA9-4FC5-BD33-6353E16F5E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742875-504C-4BA5-B955-F8AF60C3DC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7E1F0B-A51A-46EA-A291-8B6C6BE24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DACD48A-9845-4D7D-AB09-D5439FF62D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8B8F164-4321-4ADA-B206-7168527A33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7E31AC2-9979-4583-AEE8-BE0FB137C8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1C12B4D-9481-4BB3-8293-35EFAFA54A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45246C-6A41-40A3-B11C-AEC38E4FD7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2DDA90-6DA0-4E3E-92E6-E8424B6E9C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557292-5104-41D6-8561-B65E42BDAF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C92176-82B0-4068-9004-730A4A2DCB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E1F163-A8D1-409A-A12B-8669C8C80A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2C7F4B-7FF9-45BB-A50A-5109F4028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576EC13-A721-49F1-AE28-4D7E5E2AE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AA0ACA-8635-4C93-A342-BDB84CC6FE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BD03C4-88CB-4F21-95D2-AC57052B1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5C18D0-6F8F-4E43-943D-4C14F77787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198C17-6413-481F-B4C1-78FA8C66A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7018181a9449ea" /><Relationship Type="http://schemas.openxmlformats.org/officeDocument/2006/relationships/slideLayout" Target="/ppt/slideLayouts/slideLayout1.xml" Id="R770f07e5824942cc" /><Relationship Type="http://schemas.openxmlformats.org/officeDocument/2006/relationships/slideLayout" Target="/ppt/slideLayouts/slideLayout2.xml" Id="R55989d4ef9cd4376" /><Relationship Type="http://schemas.openxmlformats.org/officeDocument/2006/relationships/slideLayout" Target="/ppt/slideLayouts/slideLayout3.xml" Id="R3b0b115308dc43ef" /><Relationship Type="http://schemas.openxmlformats.org/officeDocument/2006/relationships/slideLayout" Target="/ppt/slideLayouts/slideLayout4.xml" Id="R6ed1105dfc324b10" /><Relationship Type="http://schemas.openxmlformats.org/officeDocument/2006/relationships/slideLayout" Target="/ppt/slideLayouts/slideLayout5.xml" Id="R947ea20446cd43d1" /><Relationship Type="http://schemas.openxmlformats.org/officeDocument/2006/relationships/slideLayout" Target="/ppt/slideLayouts/slideLayout6.xml" Id="R8083e45130d34683" /><Relationship Type="http://schemas.openxmlformats.org/officeDocument/2006/relationships/slideLayout" Target="/ppt/slideLayouts/slideLayout7.xml" Id="R3d8fc93b9b374c06" /><Relationship Type="http://schemas.openxmlformats.org/officeDocument/2006/relationships/slideLayout" Target="/ppt/slideLayouts/slideLayout8.xml" Id="R3dc44bec347f429e" /><Relationship Type="http://schemas.openxmlformats.org/officeDocument/2006/relationships/slideLayout" Target="/ppt/slideLayouts/slideLayout9.xml" Id="R0a4cb0d28cbc44f5" /><Relationship Type="http://schemas.openxmlformats.org/officeDocument/2006/relationships/slideLayout" Target="/ppt/slideLayouts/slideLayout10.xml" Id="R1475fc78fdef475f" /><Relationship Type="http://schemas.openxmlformats.org/officeDocument/2006/relationships/slideLayout" Target="/ppt/slideLayouts/slideLayout11.xml" Id="Rdcf277e3d6b140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782188D-3123-4AE3-8B3E-09A119AD3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DEF0F8-2B43-48BC-9F20-B552CF7C5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42D1C2-A977-4622-9FF2-495FAD7A5E3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C584817-E9A0-4770-B89E-96C05E3C3D4E}" type="datetimeFigureOut">
              <a:t>05-05-2026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21265F-BF0C-4A26-9F82-DDFDDCB1F36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7077BF-B4F5-45E9-A353-CD2C78867A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3BD5638-A4C1-4A69-8A37-4B920E587895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f07e5824942cc"/>
    <p:sldLayoutId xmlns:r="http://schemas.openxmlformats.org/officeDocument/2006/relationships" id="2147483650" r:id="R55989d4ef9cd4376"/>
    <p:sldLayoutId xmlns:r="http://schemas.openxmlformats.org/officeDocument/2006/relationships" id="2147483651" r:id="R3b0b115308dc43ef"/>
    <p:sldLayoutId xmlns:r="http://schemas.openxmlformats.org/officeDocument/2006/relationships" id="2147483652" r:id="R6ed1105dfc324b10"/>
    <p:sldLayoutId xmlns:r="http://schemas.openxmlformats.org/officeDocument/2006/relationships" id="2147483653" r:id="R947ea20446cd43d1"/>
    <p:sldLayoutId xmlns:r="http://schemas.openxmlformats.org/officeDocument/2006/relationships" id="2147483654" r:id="R8083e45130d34683"/>
    <p:sldLayoutId xmlns:r="http://schemas.openxmlformats.org/officeDocument/2006/relationships" id="2147483655" r:id="R3d8fc93b9b374c06"/>
    <p:sldLayoutId xmlns:r="http://schemas.openxmlformats.org/officeDocument/2006/relationships" id="2147483656" r:id="R3dc44bec347f429e"/>
    <p:sldLayoutId xmlns:r="http://schemas.openxmlformats.org/officeDocument/2006/relationships" id="2147483657" r:id="R0a4cb0d28cbc44f5"/>
    <p:sldLayoutId xmlns:r="http://schemas.openxmlformats.org/officeDocument/2006/relationships" id="2147483658" r:id="R1475fc78fdef475f"/>
    <p:sldLayoutId xmlns:r="http://schemas.openxmlformats.org/officeDocument/2006/relationships" id="2147483659" r:id="Rdcf277e3d6b1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dfe3996c144b1" /><Relationship Type="http://schemas.openxmlformats.org/officeDocument/2006/relationships/image" Target="/ppt/media/image.jpeg" Id="R2db67dd9ab6e46ea" /><Relationship Type="http://schemas.openxmlformats.org/officeDocument/2006/relationships/notesSlide" Target="/ppt/notesSlides/notesSlide1.xml" Id="Rd4fd441f65b042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abbc6d7724021" /><Relationship Type="http://schemas.openxmlformats.org/officeDocument/2006/relationships/image" Target="/ppt/media/image.png" Id="Rb1e4523c9cdb4de9" /><Relationship Type="http://schemas.openxmlformats.org/officeDocument/2006/relationships/notesSlide" Target="/ppt/notesSlides/notesSlide2.xml" Id="R8a63c0cbfb31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f152c305f54bd5" /><Relationship Type="http://schemas.openxmlformats.org/officeDocument/2006/relationships/notesSlide" Target="/ppt/notesSlides/notesSlide3.xml" Id="Rfadae0c0f12b49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82d2795df4797" /><Relationship Type="http://schemas.openxmlformats.org/officeDocument/2006/relationships/notesSlide" Target="/ppt/notesSlides/notesSlide4.xml" Id="R64bf30207a2c4c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6137aae5bb4c72" /><Relationship Type="http://schemas.openxmlformats.org/officeDocument/2006/relationships/notesSlide" Target="/ppt/notesSlides/notesSlide5.xml" Id="R43aaa026f07a41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f501a0514c43e0" /><Relationship Type="http://schemas.openxmlformats.org/officeDocument/2006/relationships/notesSlide" Target="/ppt/notesSlides/notesSlide6.xml" Id="R85ae09fa0b9445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9703a1e6e4392" /><Relationship Type="http://schemas.openxmlformats.org/officeDocument/2006/relationships/notesSlide" Target="/ppt/notesSlides/notesSlide7.xml" Id="R3028806d1ad645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5d994a7d1848f2" /><Relationship Type="http://schemas.openxmlformats.org/officeDocument/2006/relationships/notesSlide" Target="/ppt/notesSlides/notesSlide8.xml" Id="R93f9dc6cf8134e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88451956ba47dd" /><Relationship Type="http://schemas.openxmlformats.org/officeDocument/2006/relationships/notesSlide" Target="/ppt/notesSlides/notesSlide9.xml" Id="Rb719b3f4d73e42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1717a5db374020" /><Relationship Type="http://schemas.openxmlformats.org/officeDocument/2006/relationships/notesSlide" Target="/ppt/notesSlides/notesSlide10.xml" Id="R8427f5a455f14a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b08baccddc442d" /><Relationship Type="http://schemas.openxmlformats.org/officeDocument/2006/relationships/notesSlide" Target="/ppt/notesSlides/notesSlide11.xml" Id="R6444ae6af78a4a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0e7ef6566c49c8" /><Relationship Type="http://schemas.openxmlformats.org/officeDocument/2006/relationships/notesSlide" Target="/ppt/notesSlides/notesSlide12.xml" Id="Rcebad320539445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a9d6f68894626" /><Relationship Type="http://schemas.openxmlformats.org/officeDocument/2006/relationships/notesSlide" Target="/ppt/notesSlides/notesSlide13.xml" Id="Rf4c369940bed4a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3a9ca1ee44850" /><Relationship Type="http://schemas.openxmlformats.org/officeDocument/2006/relationships/notesSlide" Target="/ppt/notesSlides/notesSlide14.xml" Id="R8c23d155593848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da437e3a564a92" /><Relationship Type="http://schemas.openxmlformats.org/officeDocument/2006/relationships/notesSlide" Target="/ppt/notesSlides/notesSlide15.xml" Id="R4a6bff3c858f41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8754315b14b11" /><Relationship Type="http://schemas.openxmlformats.org/officeDocument/2006/relationships/notesSlide" Target="/ppt/notesSlides/notesSlide16.xml" Id="R6b6a4aa5b3694b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82acc795804298" /><Relationship Type="http://schemas.openxmlformats.org/officeDocument/2006/relationships/notesSlide" Target="/ppt/notesSlides/notesSlide17.xml" Id="R7e4f8c8b7af945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d2c13a23314b1b" /><Relationship Type="http://schemas.openxmlformats.org/officeDocument/2006/relationships/notesSlide" Target="/ppt/notesSlides/notesSlide18.xml" Id="R2c0da04a33b248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3e073236ac4c29" /><Relationship Type="http://schemas.openxmlformats.org/officeDocument/2006/relationships/image" Target="/ppt/media/image2.jpeg" Id="Rfabb0fe0e25b401f" /><Relationship Type="http://schemas.openxmlformats.org/officeDocument/2006/relationships/image" Target="/ppt/media/image3.jpeg" Id="Rf677d06e2f87426f" /><Relationship Type="http://schemas.openxmlformats.org/officeDocument/2006/relationships/notesSlide" Target="/ppt/notesSlides/notesSlide19.xml" Id="R7892503dbdb249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cb19b9781f4daf" /><Relationship Type="http://schemas.openxmlformats.org/officeDocument/2006/relationships/image" Target="/ppt/media/image2.png" Id="R2b1a14d7ed5542c0" /><Relationship Type="http://schemas.openxmlformats.org/officeDocument/2006/relationships/notesSlide" Target="/ppt/notesSlides/notesSlide20.xml" Id="R4746df2cf85c47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3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67dd9ab6e46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3492" y="412125"/>
            <a:ext cx="9865217" cy="5550794"/>
          </a:xfrm>
          <a:prstGeom xmlns:a="http://schemas.openxmlformats.org/drawingml/2006/main" prst="rect">
            <a:avLst/>
          </a:prstGeom>
        </p:spPr>
      </p:pic>
      <p:sp>
        <p:nvSpPr>
          <p:cNvPr id="2" name="AIRA Cover Title">
            <a:extLst xmlns:a="http://schemas.openxmlformats.org/drawingml/2006/main">
              <a:ext uri="{FF2B5EF4-FFF2-40B4-BE49-F238E27FC236}">
                <a16:creationId xmlns:a16="http://schemas.microsoft.com/office/drawing/2014/main" id="{04745D08-9A5B-403D-B626-4C1CA486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0F4C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>
                <a:solidFill>
                  <a:srgbClr val="0F4C81"/>
                </a:solidFill>
                <a:latin typeface="Times New Roman"/>
                <a:ea typeface="Times New Roman"/>
                <a:cs typeface="Times New Roman"/>
              </a:rPr>
              <a:t>AIRA</a:t>
            </a:r>
          </a:p>
        </p:txBody>
      </p:sp>
      <p:sp>
        <p:nvSpPr>
          <p:cNvPr id="3" name="AIRA Cover Subtitle">
            <a:extLst xmlns:a="http://schemas.openxmlformats.org/drawingml/2006/main">
              <a:ext uri="{FF2B5EF4-FFF2-40B4-BE49-F238E27FC236}">
                <a16:creationId xmlns:a16="http://schemas.microsoft.com/office/drawing/2014/main" id="{8FEB7350-C216-4833-B54C-F56600F6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Artificial Intelligence Requirement Analyzer</a:t>
            </a:r>
          </a:p>
        </p:txBody>
      </p:sp>
      <p:sp>
        <p:nvSpPr>
          <p:cNvPr id="4" name="AIRA Cover Footer">
            <a:extLst xmlns:a="http://schemas.openxmlformats.org/drawingml/2006/main">
              <a:ext uri="{FF2B5EF4-FFF2-40B4-BE49-F238E27FC236}">
                <a16:creationId xmlns:a16="http://schemas.microsoft.com/office/drawing/2014/main" id="{FA7A1C37-A112-43E4-BFB6-D7130311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F4C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F4C81"/>
                </a:solidFill>
                <a:latin typeface="Times New Roman"/>
                <a:ea typeface="Times New Roman"/>
                <a:cs typeface="Times New Roman"/>
              </a:rPr>
              <a:t>Final Year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638196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9C1599-EF58-4CD5-A7DF-EF93585487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61028" y="2236396"/>
            <a:ext cx="9144000" cy="697303"/>
          </a:xfrm>
        </p:spPr>
        <p:txBody>
          <a:bodyPr xmlns:a="http://schemas.openxmlformats.org/drawingml/2006/main">
            <a:normAutofit fontScale="81841"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AIRA - Artificial Intelligence Requirement Analyzer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F165D85-B9BE-4DF5-B3D9-39115E3D33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86075" y="4004106"/>
            <a:ext cx="5981699" cy="1333835"/>
          </a:xfrm>
        </p:spPr>
        <p:txBody>
          <a:bodyPr xmlns:a="http://schemas.openxmlformats.org/drawingml/2006/main">
            <a:normAutofit fontScale="69039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Nayab Nazir  -  SRS Generation, Backend APIs, Database Integration</a:t>
            </a:r>
          </a:p>
          <a:p xmlns:a="http://schemas.openxmlformats.org/drawingml/2006/main">
            <a:pPr algn="l">
              <a:buNone/>
            </a:pPr>
            <a:r>
              <a:t>Laiba Arshad  -  AI Analysis, Documentation, Export Testing</a:t>
            </a:r>
          </a:p>
          <a:p xmlns:a="http://schemas.openxmlformats.org/drawingml/2006/main">
            <a:pPr algn="l">
              <a:buNone/>
            </a:pPr>
            <a:r>
              <a:t>Alishba Rustam  -  UML Generation, UI Screens, Presentation Testing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8AFB258-E905-44BA-B213-D6AC769D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0513"/>
            <a:ext cx="8889546" cy="892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ld English Text MT"/>
                <a:ea typeface="Old English Text MT"/>
                <a:cs typeface="Old English Text MT"/>
              </a:rPr>
              <a:t>The University of Chakwal</a:t>
            </a:r>
          </a:p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&amp; Information Technology</a:t>
            </a:r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67CD651-A785-4510-8A2D-D0D30562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565" y="6101569"/>
            <a:ext cx="67532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45720" rIns="45720">
            <a:noAutofit/>
          </a:bodyPr>
          <a:lstStyle xmlns:a="http://schemas.openxmlformats.org/drawingml/2006/main">
            <a:lvl1pPr marL="0" indent="0" algn="r">
              <a:spcBef>
                <a:spcPts val="400"/>
              </a:spcBef>
              <a:spcAft>
                <a:spcPts val="0"/>
              </a:spcAft>
              <a:buNone/>
              <a:defRPr sz="27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spcBef>
                <a:spcPts val="324"/>
              </a:spcBef>
              <a:buNone/>
              <a:defRPr sz="23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spcBef>
                <a:spcPts val="350"/>
              </a:spcBef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spcBef>
                <a:spcPts val="350"/>
              </a:spcBef>
              <a:buNone/>
              <a:defRPr sz="1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spcBef>
                <a:spcPts val="35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spcBef>
                <a:spcPts val="35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spcBef>
                <a:spcPts val="35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spcBef>
                <a:spcPts val="35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spcBef>
                <a:spcPts val="35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1"/>
                </a:solidFill>
              </a:rPr>
              <a:t>Supervisor : __________________</a:t>
            </a:r>
          </a:p>
        </p:txBody>
      </p:sp>
      <p:pic>
        <p:nvPicPr>
          <p:cNvPr id="1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4523c9cdb4d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057" y="0"/>
            <a:ext cx="1853572" cy="18628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361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F66BAA-FCB4-4EF6-91D2-CDA63F28B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302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9278"/>
          </a:bodyPr>
          <a:lstStyle xmlns:a="http://schemas.openxmlformats.org/drawingml/2006/main"/>
          <a:p xmlns:a="http://schemas.openxmlformats.org/drawingml/2006/main">
            <a:r>
              <a:rPr b="1"/>
              <a:t>Contents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14CFF3-774F-476C-B235-BFCC02BEDA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Introduction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Existing System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Problem Statement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Proposed Solution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Project Scope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Project Objectives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Functional Requirements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System Diagrams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Task Distribution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Tools and Technologies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Screenshots and Demonstration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41B4559-2001-4F07-824E-740816D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33935698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7691EF-9D71-471A-A58D-E37B5E04E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207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7700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Screenshots and Demonstration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92E641-EB42-43E0-AC70-25AEC0F45F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AIRA is a web-based Artificial Intelligence Requirement Analyzer that helps users create Software Requirements Specification documents, generate UML diagrams, analyze SRS ambiguity, describe UML diagram images, and download professional reports from one workspace.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572C84-7C98-4408-82C6-48C46F8B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201525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97BECE-926B-4421-8065-0778B63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40019892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10A3C2-7520-47BA-8FBD-2AA3B253E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5016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67971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Project Objectives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5D86AF-45DF-4A2F-B854-296F8C6369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Generate complete SRS documents from project details or uploaded files.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Create professional UML diagrams and allow editing.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Detect ambiguous SRS statements and provide recommendations.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Describe uploaded UML diagrams in structured tables.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Provide downloads, history, settings, language options, and usage plans.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46642B-0BA9-4EFF-95D7-5B357E69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41707503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33CA2E-93EF-49CE-B38C-015709D31E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302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9278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97BB87-37CF-497F-BE0C-1E6D3579BB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Manual requirement documentation is time-consuming and error-prone. Ambiguous requirements, missing actors, weak UML diagrams, and inconsistent formatting can reduce software quality. Users need a single system that can generate, analyze, edit, and export SRS and UML outputs professionally.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B77745C-A31B-4FC2-9ACB-38B72717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33283148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7AED39-1C3B-4AC9-AF6B-CBE09B3F9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22226"/>
            <a:ext cx="11587166" cy="6207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7700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636E09-CBB5-43EA-95D6-E8EDC4E204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AIRA provides an integrated web application where users can enter a project idea or upload files, generate a structured SRS, create editable UML diagrams, analyze requirement ambiguity, describe UML images, save history, manage account settings, and download PDF, Word, and TXT outputs.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7EC8001-1FF9-43D5-9B52-6816FB9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21327401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F8BAFF-E2BF-479F-8542-A7C4D5481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302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9278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Project Scope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2E55BD-6523-49BF-99B2-869E011930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The scope includes user authentication, SRS generation, UML generation and editing, UML image description, SRS ambiguity analysis, download/export options, history management, settings, premium access control, and admin-free access for selected accounts.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A0E2B9-FE57-4947-A7C6-72CC1882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27975042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749CC1-BBDB-4DBC-8B3A-862CC0106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431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Project Objectives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842620-3E52-48D2-8A0D-F45ECDC1F7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Manage the details of different public use vehicles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B5CE077-D0A8-4972-A26E-88BFB7B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382018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CC68A5-D6E1-4FCC-B514-395D3FCFC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431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91417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Functional Requirements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AC93D3-DBEF-4F5F-A6E7-A1080BEDEB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900113"/>
            <a:ext cx="11449050" cy="531494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The system shall allow users to register and log in securely.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t>The system shall generate SRS documents from text, files, or diagrams.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t>The system shall generate and edit UML diagrams.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t>The system shall analyze SRS ambiguity and show recommendations.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t>The system shall describe UML images and export reports.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t>The system shall store user history and enforce free/premium limits.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94BB11-6C8F-4639-95FE-19D9CB4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  <p:extLst>
      <p:ext uri="{BB962C8B-B14F-4D97-AF65-F5344CB8AC3E}">
        <p14:creationId xmlns:p14="http://schemas.microsoft.com/office/powerpoint/2010/main" val="7917168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8E54A-E2F9-4540-8A7C-9B56F7D51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159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6911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Diagrams - Use Case Diagram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97009F-E9F2-4695-9385-410CA31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5" name="AIRA Use Case Summary">
            <a:extLst xmlns:a="http://schemas.openxmlformats.org/drawingml/2006/main">
              <a:ext uri="{FF2B5EF4-FFF2-40B4-BE49-F238E27FC236}">
                <a16:creationId xmlns:a16="http://schemas.microsoft.com/office/drawing/2014/main" id="{6BE1653E-3B29-4257-8348-7E726B0F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Actors: User, Admin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Main use cases: Sign Up, Login, Generate SRS, Generate UML, Analyze SRS Ambiguity, Upload UML Image, View History, Download Output, Manage Users, Manage Premium Access.</a:t>
            </a:r>
          </a:p>
        </p:txBody>
      </p:sp>
    </p:spTree>
    <p:extLst>
      <p:ext uri="{BB962C8B-B14F-4D97-AF65-F5344CB8AC3E}">
        <p14:creationId xmlns:p14="http://schemas.microsoft.com/office/powerpoint/2010/main" val="40733783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93D3DF-9266-4E4C-86C8-31EF0A31F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159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6911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Diagrams - ERD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97F7F95-343A-4DC0-9B95-CB41A8E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5" name="AIRA ERD Summary">
            <a:extLst xmlns:a="http://schemas.openxmlformats.org/drawingml/2006/main">
              <a:ext uri="{FF2B5EF4-FFF2-40B4-BE49-F238E27FC236}">
                <a16:creationId xmlns:a16="http://schemas.microsoft.com/office/drawing/2014/main" id="{BA778667-D1F7-43A1-BA27-7A3CD30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Main entities: Users, UML Requests, Uploaded Files, UML Outputs, History, Usage Limits, Premium Plans.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Relationships: user creates requests, request may include uploaded files, request generates outputs, and outputs are saved in user history.</a:t>
            </a:r>
          </a:p>
        </p:txBody>
      </p:sp>
    </p:spTree>
    <p:extLst>
      <p:ext uri="{BB962C8B-B14F-4D97-AF65-F5344CB8AC3E}">
        <p14:creationId xmlns:p14="http://schemas.microsoft.com/office/powerpoint/2010/main" val="8432496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F0554A-8F04-427E-9439-0F109FE89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826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97959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Diagrams - Class Diagram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23F7FE-F7BE-4E96-89DF-BF301E7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5" name="AIRA Class Summary">
            <a:extLst xmlns:a="http://schemas.openxmlformats.org/drawingml/2006/main">
              <a:ext uri="{FF2B5EF4-FFF2-40B4-BE49-F238E27FC236}">
                <a16:creationId xmlns:a16="http://schemas.microsoft.com/office/drawing/2014/main" id="{5F162D8E-ED01-418A-876E-B133F20B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1028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Core classes: User, Admin, SRSGenerator, UMLGenerator, AIAnalysisService, UMLDescriptionService, FileUpload, ExportManager, HistoryManager, DatabaseService.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design separates authentication, generation, analysis, storage, and export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31964200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344400-15ED-4BDC-B9E9-D144EC47B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826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97959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Diagrams - Database Design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02C402-71CA-4407-94BF-D908698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5" name="AIRA Database Summary">
            <a:extLst xmlns:a="http://schemas.openxmlformats.org/drawingml/2006/main">
              <a:ext uri="{FF2B5EF4-FFF2-40B4-BE49-F238E27FC236}">
                <a16:creationId xmlns:a16="http://schemas.microsoft.com/office/drawing/2014/main" id="{CCF42E7C-4CA5-4557-AC27-0FB3C321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1028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Database: MySQL.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Key tables include users, uploaded files, UML requests, UML outputs, saved history, usage records, and plan/subscription information. Data is used for login, account display, history retrieval, usage limits, and downloadable outputs.</a:t>
            </a:r>
          </a:p>
        </p:txBody>
      </p:sp>
    </p:spTree>
    <p:extLst>
      <p:ext uri="{BB962C8B-B14F-4D97-AF65-F5344CB8AC3E}">
        <p14:creationId xmlns:p14="http://schemas.microsoft.com/office/powerpoint/2010/main" val="1914025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4E79AF-8781-4299-BB14-45F7706F1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826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97959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Diagrams - Architecture Design Diagram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9AC81E-63D4-4418-AEF3-E7205CEE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5" name="AIRA Architecture Summary">
            <a:extLst xmlns:a="http://schemas.openxmlformats.org/drawingml/2006/main">
              <a:ext uri="{FF2B5EF4-FFF2-40B4-BE49-F238E27FC236}">
                <a16:creationId xmlns:a16="http://schemas.microsoft.com/office/drawing/2014/main" id="{FE3884D1-51A3-469A-921C-D43F9042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1028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Frontend: HTML, CSS, JavaScript pages.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Backend: Node.js and Express APIs.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Database: MySQL.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AI layer: Gemini/OpenRouter-based generation and analysis fallback.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Exports: PDF, Word, and TXT report generation.</a:t>
            </a:r>
          </a:p>
        </p:txBody>
      </p:sp>
    </p:spTree>
    <p:extLst>
      <p:ext uri="{BB962C8B-B14F-4D97-AF65-F5344CB8AC3E}">
        <p14:creationId xmlns:p14="http://schemas.microsoft.com/office/powerpoint/2010/main" val="8032374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D4A536-C19F-403F-8638-B5EFA479E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5566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77086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Diagrams - Sequence Diagram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6A9A85A-E28D-4266-B101-9A3880F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7" name="AIRA Sequence Summary">
            <a:extLst xmlns:a="http://schemas.openxmlformats.org/drawingml/2006/main">
              <a:ext uri="{FF2B5EF4-FFF2-40B4-BE49-F238E27FC236}">
                <a16:creationId xmlns:a16="http://schemas.microsoft.com/office/drawing/2014/main" id="{7B1CE251-B776-43CE-BD93-DDDAD77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1028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Typical flow: User enters a prompt or uploads a file, frontend sends request to backend, backend validates input, AI service generates SRS/UML/analysis output, output is saved in database/history, and user downloads or edits the result.</a:t>
            </a:r>
          </a:p>
        </p:txBody>
      </p:sp>
    </p:spTree>
    <p:extLst>
      <p:ext uri="{BB962C8B-B14F-4D97-AF65-F5344CB8AC3E}">
        <p14:creationId xmlns:p14="http://schemas.microsoft.com/office/powerpoint/2010/main" val="127694512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143F0A-52E0-45AD-A88B-C3D8A4C80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34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Tasks Distribution</a:t>
            </a:r>
          </a:p>
        </p:txBody>
      </p:sp>
      <p:graphicFrame>
        <p:nvGraphicFramePr>
          <p:cNvPr id="17" name="Content Placeholder 3" hidden="1"/>
          <p:cNvGraphicFramePr/>
          <p:nvPr/>
        </p:nvGraphicFramePr>
        <p:xfrm>
          <a:off xmlns:a="http://schemas.openxmlformats.org/drawingml/2006/main" x="414337" y="1271588"/>
          <a:ext xmlns:a="http://schemas.openxmlformats.org/drawingml/2006/main" cx="11415714" cy="4417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0560"/>
                <a:gridCol w="8635154"/>
              </a:tblGrid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Times New Roman"/>
                          <a:ea typeface="Times New Roman"/>
                          <a:cs typeface="Times New Roman"/>
                        </a:rPr>
                        <a:t>Group Members </a:t>
                      </a:r>
                    </a:p>
                  </a:txBody>
                  <a:tcPr marL="91440" marR="91440" marT="45720" marB="4572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latin typeface="Times New Roman"/>
                          <a:ea typeface="Times New Roman"/>
                          <a:cs typeface="Times New Roman"/>
                        </a:rPr>
                        <a:t>Responsibilities</a:t>
                      </a:r>
                    </a:p>
                  </a:txBody>
                  <a:tcPr marL="91440" marR="91440" marT="45720" marB="4572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9572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Creating Database,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Defining Tables in Database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Designing  Interfaces-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Designing and Coding for Contact Us and  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  Feedback Page</a:t>
                      </a:r>
                    </a:p>
                    <a:p>
                      <a:pPr algn="l"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Connection Establishment</a:t>
                      </a:r>
                    </a:p>
                    <a:p>
                      <a:pPr algn="l"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Documentation </a:t>
                      </a:r>
                    </a:p>
                  </a:txBody>
                  <a:tcPr marL="91440" marR="91440" marT="45720" marB="45720"/>
                </a:tc>
              </a:tr>
              <a:tr h="9572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Defining Stored Procedures for Insert, Update,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Delete  SQL Queries</a:t>
                      </a:r>
                    </a:p>
                    <a:p>
                      <a:pPr algn="l"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Designing  Interfaces-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Designing Template/Master Page</a:t>
                      </a:r>
                    </a:p>
                    <a:p>
                      <a:pPr algn="l"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Coding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-front page interfaces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91440" marR="91440" marT="45720" marB="45720"/>
                </a:tc>
              </a:tr>
              <a:tr h="9572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Defining Views in Database for Filling 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Gridview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,  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ComboBox</a:t>
                      </a:r>
                    </a:p>
                    <a:p>
                      <a:pPr algn="l"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Designing  Interfaces-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SignUp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Form and 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SignIn</a:t>
                      </a: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 Form</a:t>
                      </a:r>
                    </a:p>
                    <a:p>
                      <a:pPr algn="l">
                        <a:buChar char="•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</a:rPr>
                        <a:t>Documentation</a:t>
                      </a:r>
                    </a:p>
                    <a:p>
                      <a:pPr algn="l">
                        <a:buChar char="•"/>
                      </a:pP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CB17C77-6140-4C19-B9C3-01CBBE81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8" name="AIRA TD H1">
            <a:extLst xmlns:a="http://schemas.openxmlformats.org/drawingml/2006/main">
              <a:ext uri="{FF2B5EF4-FFF2-40B4-BE49-F238E27FC236}">
                <a16:creationId xmlns:a16="http://schemas.microsoft.com/office/drawing/2014/main" id="{945781D1-AE3C-4D19-A70A-D46107BC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85875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0B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 Members</a:t>
            </a:r>
          </a:p>
        </p:txBody>
      </p:sp>
      <p:sp>
        <p:nvSpPr>
          <p:cNvPr id="9" name="AIRA TD H2">
            <a:extLst xmlns:a="http://schemas.openxmlformats.org/drawingml/2006/main">
              <a:ext uri="{FF2B5EF4-FFF2-40B4-BE49-F238E27FC236}">
                <a16:creationId xmlns:a16="http://schemas.microsoft.com/office/drawing/2014/main" id="{FBBFE400-80B2-4D56-B15C-8E6DB7F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85875"/>
            <a:ext cx="864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0B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Responsibilities</a:t>
            </a:r>
          </a:p>
        </p:txBody>
      </p:sp>
      <p:sp>
        <p:nvSpPr>
          <p:cNvPr id="10" name="AIRA TD Name Nayab Nazir">
            <a:extLst xmlns:a="http://schemas.openxmlformats.org/drawingml/2006/main">
              <a:ext uri="{FF2B5EF4-FFF2-40B4-BE49-F238E27FC236}">
                <a16:creationId xmlns:a16="http://schemas.microsoft.com/office/drawing/2014/main" id="{333B2E41-153F-41F0-9E9E-CE9BA978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81175"/>
            <a:ext cx="2762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Nayab Nazir</a:t>
            </a:r>
          </a:p>
        </p:txBody>
      </p:sp>
      <p:sp>
        <p:nvSpPr>
          <p:cNvPr id="11" name="AIRA TD Resp Nayab Nazir">
            <a:extLst xmlns:a="http://schemas.openxmlformats.org/drawingml/2006/main">
              <a:ext uri="{FF2B5EF4-FFF2-40B4-BE49-F238E27FC236}">
                <a16:creationId xmlns:a16="http://schemas.microsoft.com/office/drawing/2014/main" id="{5321B870-061D-46F0-B27D-3CA87BE0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81175"/>
            <a:ext cx="8648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SRS generation module, backend API routes, MySQL integration, authentication flow, and integration testing.</a:t>
            </a:r>
          </a:p>
        </p:txBody>
      </p:sp>
      <p:sp>
        <p:nvSpPr>
          <p:cNvPr id="12" name="AIRA TD Name Laiba Arshad">
            <a:extLst xmlns:a="http://schemas.openxmlformats.org/drawingml/2006/main">
              <a:ext uri="{FF2B5EF4-FFF2-40B4-BE49-F238E27FC236}">
                <a16:creationId xmlns:a16="http://schemas.microsoft.com/office/drawing/2014/main" id="{02234151-BBE9-4862-BAB9-BF800DF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86050"/>
            <a:ext cx="2762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Laiba Arshad</a:t>
            </a:r>
          </a:p>
        </p:txBody>
      </p:sp>
      <p:sp>
        <p:nvSpPr>
          <p:cNvPr id="13" name="AIRA TD Resp Laiba Arshad">
            <a:extLst xmlns:a="http://schemas.openxmlformats.org/drawingml/2006/main">
              <a:ext uri="{FF2B5EF4-FFF2-40B4-BE49-F238E27FC236}">
                <a16:creationId xmlns:a16="http://schemas.microsoft.com/office/drawing/2014/main" id="{579211C9-AAD9-403C-A4FE-9F79524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8648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ambiguity analysis module, SRS content review, documentation, export checking, and requirement quality testing.</a:t>
            </a:r>
          </a:p>
        </p:txBody>
      </p:sp>
      <p:sp>
        <p:nvSpPr>
          <p:cNvPr id="14" name="AIRA TD Name Alishba Rustam">
            <a:extLst xmlns:a="http://schemas.openxmlformats.org/drawingml/2006/main">
              <a:ext uri="{FF2B5EF4-FFF2-40B4-BE49-F238E27FC236}">
                <a16:creationId xmlns:a16="http://schemas.microsoft.com/office/drawing/2014/main" id="{E6C60978-C2CF-45A3-98AD-9058F68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2762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Alishba Rustam</a:t>
            </a:r>
          </a:p>
        </p:txBody>
      </p:sp>
      <p:sp>
        <p:nvSpPr>
          <p:cNvPr id="15" name="AIRA TD Resp Alishba Rustam">
            <a:extLst xmlns:a="http://schemas.openxmlformats.org/drawingml/2006/main">
              <a:ext uri="{FF2B5EF4-FFF2-40B4-BE49-F238E27FC236}">
                <a16:creationId xmlns:a16="http://schemas.microsoft.com/office/drawing/2014/main" id="{21DD2F8B-28A1-4B5C-A042-F5609A3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90925"/>
            <a:ext cx="86487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UML generation module, UML image description testing, frontend page validation, presentation content, and user testing.</a:t>
            </a:r>
          </a:p>
        </p:txBody>
      </p:sp>
    </p:spTree>
    <p:extLst>
      <p:ext uri="{BB962C8B-B14F-4D97-AF65-F5344CB8AC3E}">
        <p14:creationId xmlns:p14="http://schemas.microsoft.com/office/powerpoint/2010/main" val="109929556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AC7496-6980-4E7F-A54C-1E517CE789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5968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83754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Tools &amp; Technologies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1601894-6E7A-45D0-8255-3ABEB56B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11" name="AIRA Tools List">
            <a:extLst xmlns:a="http://schemas.openxmlformats.org/drawingml/2006/main">
              <a:ext uri="{FF2B5EF4-FFF2-40B4-BE49-F238E27FC236}">
                <a16:creationId xmlns:a16="http://schemas.microsoft.com/office/drawing/2014/main" id="{717E1347-A07D-413F-B616-1BFF4B4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Frontend: HTML, CSS, JavaScript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Backend: Node.js, Express.js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Database: MySQL, MySQL Workbench / XAMPP MySQL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AI Services: Gemini API with OpenRouter fallback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Documents: PDF, DOC/Word, TXT export handling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Development Tools: VS Code, PowerShell, Browser testing</a:t>
            </a:r>
          </a:p>
        </p:txBody>
      </p:sp>
    </p:spTree>
    <p:extLst>
      <p:ext uri="{BB962C8B-B14F-4D97-AF65-F5344CB8AC3E}">
        <p14:creationId xmlns:p14="http://schemas.microsoft.com/office/powerpoint/2010/main" val="330981116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5DD3B3-CF53-4D01-BC2E-FBC152449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885" y="12701"/>
            <a:ext cx="11587166" cy="62547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 b="1">
                <a:latin typeface="Calibri"/>
                <a:ea typeface="Calibri"/>
                <a:cs typeface="Calibri"/>
              </a:rPr>
              <a:t>Screenshots</a:t>
            </a:r>
          </a:p>
        </p:txBody>
      </p:sp>
      <p:pic>
        <p:nvPicPr>
          <p:cNvPr id="17" name="Picture 12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b0fe0e25b40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59" y="1041774"/>
            <a:ext cx="2433045" cy="46647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" name="Picture 13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7d06e2f8742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0423" y="1047407"/>
            <a:ext cx="2433044" cy="47631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64BC8AC-FE75-44F6-85E1-31AA7D2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9326"/>
            <a:ext cx="12192000" cy="400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20" name="Picture 6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7d06e2f8742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041774"/>
            <a:ext cx="2433044" cy="47631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" name="Picture 7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7d06e2f8742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58323" y="943299"/>
            <a:ext cx="2433044" cy="47631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" name="AIRA Demo Screens">
            <a:extLst xmlns:a="http://schemas.openxmlformats.org/drawingml/2006/main">
              <a:ext uri="{FF2B5EF4-FFF2-40B4-BE49-F238E27FC236}">
                <a16:creationId xmlns:a16="http://schemas.microsoft.com/office/drawing/2014/main" id="{D062AEC3-34C8-4C8C-A02D-F4B5819E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43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Demonstration screens include: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1. Dashboard and navigation sidebar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2. SRS generation and download preview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3. UML generation and editable canvas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4. AI ambiguity analysis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5. UML image description report</a:t>
            </a:r>
          </a:p>
          <a:p xmlns:a="http://schemas.openxmlformats.org/drawingml/2006/main">
            <a:pPr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6. User settings, pricing, and premium access</a:t>
            </a:r>
          </a:p>
        </p:txBody>
      </p:sp>
    </p:spTree>
    <p:extLst>
      <p:ext uri="{BB962C8B-B14F-4D97-AF65-F5344CB8AC3E}">
        <p14:creationId xmlns:p14="http://schemas.microsoft.com/office/powerpoint/2010/main" val="13987665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a14d7ed5542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2162" y="1624012"/>
            <a:ext cx="7810500" cy="423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softEdge rad="112500"/>
          </a:effectLst>
        </p:spPr>
      </p:pic>
      <p:sp>
        <p:nvSpPr>
          <p:cNvPr id="2" name="AIRA Closing Text">
            <a:extLst xmlns:a="http://schemas.openxmlformats.org/drawingml/2006/main">
              <a:ext uri="{FF2B5EF4-FFF2-40B4-BE49-F238E27FC236}">
                <a16:creationId xmlns:a16="http://schemas.microsoft.com/office/drawing/2014/main" id="{66D1F558-5A54-4DAE-AD5E-5027AAFB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AIRA - Artificial Intelligence Requirement Analyzer</a:t>
            </a:r>
          </a:p>
        </p:txBody>
      </p:sp>
      <p:sp>
        <p:nvSpPr>
          <p:cNvPr id="4" name="AIRA Final Thanks">
            <a:extLst xmlns:a="http://schemas.openxmlformats.org/drawingml/2006/main">
              <a:ext uri="{FF2B5EF4-FFF2-40B4-BE49-F238E27FC236}">
                <a16:creationId xmlns:a16="http://schemas.microsoft.com/office/drawing/2014/main" id="{D6F51E8D-A539-4599-B171-6C9086C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0F4C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0F4C81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5" name="AIRA Final Subtitle">
            <a:extLst xmlns:a="http://schemas.openxmlformats.org/drawingml/2006/main">
              <a:ext uri="{FF2B5EF4-FFF2-40B4-BE49-F238E27FC236}">
                <a16:creationId xmlns:a16="http://schemas.microsoft.com/office/drawing/2014/main" id="{CF3DAE89-AA12-4630-BC81-41192B84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AIRA - Artificial Intelligence Requirement Analyzer</a:t>
            </a:r>
          </a:p>
        </p:txBody>
      </p:sp>
      <p:sp>
        <p:nvSpPr>
          <p:cNvPr id="6" name="AIRA Final Group">
            <a:extLst xmlns:a="http://schemas.openxmlformats.org/drawingml/2006/main">
              <a:ext uri="{FF2B5EF4-FFF2-40B4-BE49-F238E27FC236}">
                <a16:creationId xmlns:a16="http://schemas.microsoft.com/office/drawing/2014/main" id="{421408C0-89D0-42B9-A5A2-BBD95A6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Nayab Nazir | Laiba Arshad | Alishba Rustam</a:t>
            </a:r>
          </a:p>
        </p:txBody>
      </p:sp>
    </p:spTree>
    <p:extLst>
      <p:ext uri="{BB962C8B-B14F-4D97-AF65-F5344CB8AC3E}">
        <p14:creationId xmlns:p14="http://schemas.microsoft.com/office/powerpoint/2010/main" val="42865591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2026-06-16T15:27:30.3300000Z</dcterms:created>
  <dcterms:modified xsi:type="dcterms:W3CDTF">2026-06-16T15:27:30.3300000Z</dcterms:modified>
</coreProperties>
</file>