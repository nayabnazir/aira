
<file path=[Content_Types].xml><?xml version="1.0" encoding="utf-8"?>
<Types xmlns="http://schemas.openxmlformats.org/package/2006/content-types">
  <Default Extension="xml" ContentType="application/vnd.openxmlformats-package.core-properties+xml"/>
  <Default Extension="jpeg" ContentType="image/jpeg"/>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a60b68819c544848" /><Relationship Type="http://schemas.openxmlformats.org/officeDocument/2006/relationships/extended-properties" Target="/docProps/app.xml" Id="Re380080e528f434d" /><Relationship Type="http://schemas.openxmlformats.org/officeDocument/2006/relationships/officeDocument" Target="/ppt/presentation.xml" Id="Rad151705594a49e5" /></Relationships>
</file>

<file path=ppt/presentation.xml><?xml version="1.0" encoding="utf-8"?>
<p:presentation xmlns:p="http://schemas.openxmlformats.org/presentationml/2006/main">
  <p:sldMasterIdLst>
    <p:sldMasterId xmlns:r="http://schemas.openxmlformats.org/officeDocument/2006/relationships" id="2147483648" r:id="Re57646d5dc17441e"/>
  </p:sldMasterIdLst>
  <p:notesMasterIdLst>
    <p:notesMasterId xmlns:r="http://schemas.openxmlformats.org/officeDocument/2006/relationships" r:id="R096847fc95ee430b"/>
  </p:notesMasterIdLst>
  <p:sldIdLst>
    <p:sldId xmlns:r="http://schemas.openxmlformats.org/officeDocument/2006/relationships" id="256" r:id="Reca1276294194b03"/>
    <p:sldId xmlns:r="http://schemas.openxmlformats.org/officeDocument/2006/relationships" id="257" r:id="R937a1ba9211f4c50"/>
    <p:sldId xmlns:r="http://schemas.openxmlformats.org/officeDocument/2006/relationships" id="258" r:id="R7f4cc30aad624243"/>
    <p:sldId xmlns:r="http://schemas.openxmlformats.org/officeDocument/2006/relationships" id="259" r:id="Rc103b13b08034ae1"/>
    <p:sldId xmlns:r="http://schemas.openxmlformats.org/officeDocument/2006/relationships" id="260" r:id="Rf083c9ecd8194b0b"/>
    <p:sldId xmlns:r="http://schemas.openxmlformats.org/officeDocument/2006/relationships" id="261" r:id="R34abdefa174245eb"/>
    <p:sldId xmlns:r="http://schemas.openxmlformats.org/officeDocument/2006/relationships" id="262" r:id="Rbc247e0f1fa54634"/>
    <p:sldId xmlns:r="http://schemas.openxmlformats.org/officeDocument/2006/relationships" id="263" r:id="Re93c08f7d95e438a"/>
    <p:sldId xmlns:r="http://schemas.openxmlformats.org/officeDocument/2006/relationships" id="264" r:id="Re9501ba50b9f4115"/>
    <p:sldId xmlns:r="http://schemas.openxmlformats.org/officeDocument/2006/relationships" id="265" r:id="R74984684965a4b6b"/>
    <p:sldId xmlns:r="http://schemas.openxmlformats.org/officeDocument/2006/relationships" id="266" r:id="R7bf177f679e6405c"/>
    <p:sldId xmlns:r="http://schemas.openxmlformats.org/officeDocument/2006/relationships" id="267" r:id="R5e5c2f39d8a444e9"/>
    <p:sldId xmlns:r="http://schemas.openxmlformats.org/officeDocument/2006/relationships" id="268" r:id="R11f5716f56bd4eff"/>
    <p:sldId xmlns:r="http://schemas.openxmlformats.org/officeDocument/2006/relationships" id="269" r:id="Rbcb61c41d693418a"/>
    <p:sldId xmlns:r="http://schemas.openxmlformats.org/officeDocument/2006/relationships" id="270" r:id="R61ea6bf262e94abf"/>
    <p:sldId xmlns:r="http://schemas.openxmlformats.org/officeDocument/2006/relationships" id="271" r:id="R0feb1680edd24a1d"/>
    <p:sldId xmlns:r="http://schemas.openxmlformats.org/officeDocument/2006/relationships" id="272" r:id="R0e0825ca631c4081"/>
    <p:sldId xmlns:r="http://schemas.openxmlformats.org/officeDocument/2006/relationships" id="273" r:id="R6f74fa718d6f4ead"/>
    <p:sldId xmlns:r="http://schemas.openxmlformats.org/officeDocument/2006/relationships" id="274" r:id="R270a3bb5eb6f4636"/>
    <p:sldId xmlns:r="http://schemas.openxmlformats.org/officeDocument/2006/relationships" id="275" r:id="Recf617cefcda4630"/>
  </p:sldIdLst>
  <p:sldSz cx="12192000" cy="6858000"/>
  <p:notesSz cx="6858000" cy="9144000"/>
  <p:defaultTextStyle>
    <a:defPPr xmlns:a="http://schemas.openxmlformats.org/drawingml/2006/main">
      <a:defRPr lang="en-US"/>
    </a:defPPr>
    <a:lvl1pPr xmlns:a="http://schemas.openxmlformats.org/drawingml/2006/main" marL="0" indent="0" algn="l" defTabSz="914400">
      <a:defRPr sz="1800" kern="1200">
        <a:solidFill>
          <a:schemeClr val="tx1"/>
        </a:solidFill>
        <a:latin typeface="+mn-lt"/>
        <a:ea typeface="+mn-ea"/>
        <a:cs typeface="+mn-cs"/>
      </a:defRPr>
    </a:lvl1pPr>
    <a:lvl2pPr xmlns:a="http://schemas.openxmlformats.org/drawingml/2006/main" marL="457200" indent="0" algn="l" defTabSz="914400">
      <a:defRPr sz="1800" kern="1200">
        <a:solidFill>
          <a:schemeClr val="tx1"/>
        </a:solidFill>
        <a:latin typeface="+mn-lt"/>
        <a:ea typeface="+mn-ea"/>
        <a:cs typeface="+mn-cs"/>
      </a:defRPr>
    </a:lvl2pPr>
    <a:lvl3pPr xmlns:a="http://schemas.openxmlformats.org/drawingml/2006/main" marL="914400" indent="0" algn="l" defTabSz="914400">
      <a:defRPr sz="1800" kern="1200">
        <a:solidFill>
          <a:schemeClr val="tx1"/>
        </a:solidFill>
        <a:latin typeface="+mn-lt"/>
        <a:ea typeface="+mn-ea"/>
        <a:cs typeface="+mn-cs"/>
      </a:defRPr>
    </a:lvl3pPr>
    <a:lvl4pPr xmlns:a="http://schemas.openxmlformats.org/drawingml/2006/main" marL="1371600" indent="0" algn="l" defTabSz="914400">
      <a:defRPr sz="1800" kern="1200">
        <a:solidFill>
          <a:schemeClr val="tx1"/>
        </a:solidFill>
        <a:latin typeface="+mn-lt"/>
        <a:ea typeface="+mn-ea"/>
        <a:cs typeface="+mn-cs"/>
      </a:defRPr>
    </a:lvl4pPr>
    <a:lvl5pPr xmlns:a="http://schemas.openxmlformats.org/drawingml/2006/main" marL="1828800" indent="0" algn="l" defTabSz="914400">
      <a:defRPr sz="1800" kern="1200">
        <a:solidFill>
          <a:schemeClr val="tx1"/>
        </a:solidFill>
        <a:latin typeface="+mn-lt"/>
        <a:ea typeface="+mn-ea"/>
        <a:cs typeface="+mn-cs"/>
      </a:defRPr>
    </a:lvl5pPr>
    <a:lvl6pPr xmlns:a="http://schemas.openxmlformats.org/drawingml/2006/main" marL="2286000" indent="0" algn="l" defTabSz="914400">
      <a:defRPr sz="1800" kern="1200">
        <a:solidFill>
          <a:schemeClr val="tx1"/>
        </a:solidFill>
        <a:latin typeface="+mn-lt"/>
        <a:ea typeface="+mn-ea"/>
        <a:cs typeface="+mn-cs"/>
      </a:defRPr>
    </a:lvl6pPr>
    <a:lvl7pPr xmlns:a="http://schemas.openxmlformats.org/drawingml/2006/main" marL="2743200" indent="0" algn="l" defTabSz="914400">
      <a:defRPr sz="1800" kern="1200">
        <a:solidFill>
          <a:schemeClr val="tx1"/>
        </a:solidFill>
        <a:latin typeface="+mn-lt"/>
        <a:ea typeface="+mn-ea"/>
        <a:cs typeface="+mn-cs"/>
      </a:defRPr>
    </a:lvl7pPr>
    <a:lvl8pPr xmlns:a="http://schemas.openxmlformats.org/drawingml/2006/main" marL="3200400" indent="0" algn="l" defTabSz="914400">
      <a:defRPr sz="1800" kern="1200">
        <a:solidFill>
          <a:schemeClr val="tx1"/>
        </a:solidFill>
        <a:latin typeface="+mn-lt"/>
        <a:ea typeface="+mn-ea"/>
        <a:cs typeface="+mn-cs"/>
      </a:defRPr>
    </a:lvl8pPr>
    <a:lvl9pPr xmlns:a="http://schemas.openxmlformats.org/drawingml/2006/main" marL="3657600" indent="0" algn="l" defTabSz="914400">
      <a:defRPr sz="1800" kern="1200">
        <a:solidFill>
          <a:schemeClr val="tx1"/>
        </a:solidFill>
        <a:latin typeface="+mn-lt"/>
        <a:ea typeface="+mn-ea"/>
        <a:cs typeface="+mn-cs"/>
      </a:defRPr>
    </a:lvl9pPr>
  </p:defaultTextStyle>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c7b8f32a47ba494a" /><Relationship Type="http://schemas.openxmlformats.org/officeDocument/2006/relationships/slideMaster" Target="/ppt/slideMasters/slideMaster1.xml" Id="Re57646d5dc17441e" /><Relationship Type="http://schemas.openxmlformats.org/officeDocument/2006/relationships/notesMaster" Target="/ppt/notesMasters/notesMaster1.xml" Id="R096847fc95ee430b" /><Relationship Type="http://schemas.openxmlformats.org/officeDocument/2006/relationships/presProps" Target="/ppt/presProps.xml" Id="Rb1ec36fd21044cbc" /><Relationship Type="http://schemas.openxmlformats.org/officeDocument/2006/relationships/tableStyles" Target="/ppt/tableStyles.xml" Id="R4a853df956174545" /><Relationship Type="http://schemas.openxmlformats.org/officeDocument/2006/relationships/slide" Target="/ppt/slides/slide1.xml" Id="Reca1276294194b03" /><Relationship Type="http://schemas.openxmlformats.org/officeDocument/2006/relationships/slide" Target="/ppt/slides/slide2.xml" Id="R937a1ba9211f4c50" /><Relationship Type="http://schemas.openxmlformats.org/officeDocument/2006/relationships/slide" Target="/ppt/slides/slide3.xml" Id="R7f4cc30aad624243" /><Relationship Type="http://schemas.openxmlformats.org/officeDocument/2006/relationships/slide" Target="/ppt/slides/slide4.xml" Id="Rc103b13b08034ae1" /><Relationship Type="http://schemas.openxmlformats.org/officeDocument/2006/relationships/slide" Target="/ppt/slides/slide5.xml" Id="Rf083c9ecd8194b0b" /><Relationship Type="http://schemas.openxmlformats.org/officeDocument/2006/relationships/slide" Target="/ppt/slides/slide6.xml" Id="R34abdefa174245eb" /><Relationship Type="http://schemas.openxmlformats.org/officeDocument/2006/relationships/slide" Target="/ppt/slides/slide7.xml" Id="Rbc247e0f1fa54634" /><Relationship Type="http://schemas.openxmlformats.org/officeDocument/2006/relationships/slide" Target="/ppt/slides/slide8.xml" Id="Re93c08f7d95e438a" /><Relationship Type="http://schemas.openxmlformats.org/officeDocument/2006/relationships/slide" Target="/ppt/slides/slide9.xml" Id="Re9501ba50b9f4115" /><Relationship Type="http://schemas.openxmlformats.org/officeDocument/2006/relationships/slide" Target="/ppt/slides/slide10.xml" Id="R74984684965a4b6b" /><Relationship Type="http://schemas.openxmlformats.org/officeDocument/2006/relationships/slide" Target="/ppt/slides/slide11.xml" Id="R7bf177f679e6405c" /><Relationship Type="http://schemas.openxmlformats.org/officeDocument/2006/relationships/slide" Target="/ppt/slides/slide12.xml" Id="R5e5c2f39d8a444e9" /><Relationship Type="http://schemas.openxmlformats.org/officeDocument/2006/relationships/slide" Target="/ppt/slides/slide13.xml" Id="R11f5716f56bd4eff" /><Relationship Type="http://schemas.openxmlformats.org/officeDocument/2006/relationships/slide" Target="/ppt/slides/slide14.xml" Id="Rbcb61c41d693418a" /><Relationship Type="http://schemas.openxmlformats.org/officeDocument/2006/relationships/slide" Target="/ppt/slides/slide15.xml" Id="R61ea6bf262e94abf" /><Relationship Type="http://schemas.openxmlformats.org/officeDocument/2006/relationships/slide" Target="/ppt/slides/slide16.xml" Id="R0feb1680edd24a1d" /><Relationship Type="http://schemas.openxmlformats.org/officeDocument/2006/relationships/slide" Target="/ppt/slides/slide17.xml" Id="R0e0825ca631c4081" /><Relationship Type="http://schemas.openxmlformats.org/officeDocument/2006/relationships/slide" Target="/ppt/slides/slide18.xml" Id="R6f74fa718d6f4ead" /><Relationship Type="http://schemas.openxmlformats.org/officeDocument/2006/relationships/slide" Target="/ppt/slides/slide19.xml" Id="R270a3bb5eb6f4636" /><Relationship Type="http://schemas.openxmlformats.org/officeDocument/2006/relationships/slide" Target="/ppt/slides/slide20.xml" Id="Recf617cefcda4630"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712643acf544498d"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fd8efae352ce4cbb" /><Relationship Type="http://schemas.openxmlformats.org/officeDocument/2006/relationships/notesMaster" Target="/ppt/notesMasters/notesMaster1.xml" Id="Rc6d3f878dd8d4302" /></Relationships>
</file>

<file path=ppt/notesSlides/_rels/notesSlide2.xml.rels>&#65279;<?xml version="1.0" encoding="utf-8"?><Relationships xmlns="http://schemas.openxmlformats.org/package/2006/relationships"><Relationship Type="http://schemas.openxmlformats.org/officeDocument/2006/relationships/slide" Target="/ppt/slides/slide2.xml" Id="Rbd4da09b2dec46cb" /><Relationship Type="http://schemas.openxmlformats.org/officeDocument/2006/relationships/notesMaster" Target="/ppt/notesMasters/notesMaster1.xml" Id="R09cace96792144d8" /></Relationships>
</file>

<file path=ppt/notesSlides/_rels/notesSlide3.xml.rels>&#65279;<?xml version="1.0" encoding="utf-8"?><Relationships xmlns="http://schemas.openxmlformats.org/package/2006/relationships"><Relationship Type="http://schemas.openxmlformats.org/officeDocument/2006/relationships/slide" Target="/ppt/slides/slide3.xml" Id="Redb19473089d4d33" /><Relationship Type="http://schemas.openxmlformats.org/officeDocument/2006/relationships/notesMaster" Target="/ppt/notesMasters/notesMaster1.xml" Id="Ra52e525cc28a4780" /></Relationships>
</file>

<file path=ppt/notesSlides/_rels/notesSlide4.xml.rels>&#65279;<?xml version="1.0" encoding="utf-8"?><Relationships xmlns="http://schemas.openxmlformats.org/package/2006/relationships"><Relationship Type="http://schemas.openxmlformats.org/officeDocument/2006/relationships/slide" Target="/ppt/slides/slide4.xml" Id="Ra64e968f293742bd" /><Relationship Type="http://schemas.openxmlformats.org/officeDocument/2006/relationships/notesMaster" Target="/ppt/notesMasters/notesMaster1.xml" Id="R552140001c054eca" /></Relationships>
</file>

<file path=ppt/notesSlides/_rels/notesSlide5.xml.rels>&#65279;<?xml version="1.0" encoding="utf-8"?><Relationships xmlns="http://schemas.openxmlformats.org/package/2006/relationships"><Relationship Type="http://schemas.openxmlformats.org/officeDocument/2006/relationships/slide" Target="/ppt/slides/slide5.xml" Id="R281c62a9fa934ecc" /><Relationship Type="http://schemas.openxmlformats.org/officeDocument/2006/relationships/notesMaster" Target="/ppt/notesMasters/notesMaster1.xml" Id="Rdc2672cc6d1e4796" /></Relationships>
</file>

<file path=ppt/notesSlides/_rels/notesSlide6.xml.rels>&#65279;<?xml version="1.0" encoding="utf-8"?><Relationships xmlns="http://schemas.openxmlformats.org/package/2006/relationships"><Relationship Type="http://schemas.openxmlformats.org/officeDocument/2006/relationships/slide" Target="/ppt/slides/slide6.xml" Id="R5181f9a627334e9a" /><Relationship Type="http://schemas.openxmlformats.org/officeDocument/2006/relationships/notesMaster" Target="/ppt/notesMasters/notesMaster1.xml" Id="R4bb4033503854861" /></Relationships>
</file>

<file path=ppt/notesSlides/_rels/notesSlide7.xml.rels>&#65279;<?xml version="1.0" encoding="utf-8"?><Relationships xmlns="http://schemas.openxmlformats.org/package/2006/relationships"><Relationship Type="http://schemas.openxmlformats.org/officeDocument/2006/relationships/slide" Target="/ppt/slides/slide7.xml" Id="Rb26c2aa8400c46c1" /><Relationship Type="http://schemas.openxmlformats.org/officeDocument/2006/relationships/notesMaster" Target="/ppt/notesMasters/notesMaster1.xml" Id="Re074dcdf35eb46c5" /></Relationships>
</file>

<file path=ppt/notesSlides/_rels/notesSlide8.xml.rels>&#65279;<?xml version="1.0" encoding="utf-8"?><Relationships xmlns="http://schemas.openxmlformats.org/package/2006/relationships"><Relationship Type="http://schemas.openxmlformats.org/officeDocument/2006/relationships/slide" Target="/ppt/slides/slide8.xml" Id="Rda3ede061a5d498d" /><Relationship Type="http://schemas.openxmlformats.org/officeDocument/2006/relationships/notesMaster" Target="/ppt/notesMasters/notesMaster1.xml" Id="Rec0e65c87681433d" /></Relationships>
</file>

<file path=ppt/notesSlides/_rels/notesSlide9.xml.rels>&#65279;<?xml version="1.0" encoding="utf-8"?><Relationships xmlns="http://schemas.openxmlformats.org/package/2006/relationships"><Relationship Type="http://schemas.openxmlformats.org/officeDocument/2006/relationships/slide" Target="/ppt/slides/slide9.xml" Id="Rc4553a887d724272" /><Relationship Type="http://schemas.openxmlformats.org/officeDocument/2006/relationships/notesMaster" Target="/ppt/notesMasters/notesMaster1.xml" Id="Rd65e2e7dabea45f3"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93dc64d2a29d4a6c" /><Relationship Type="http://schemas.openxmlformats.org/officeDocument/2006/relationships/notesMaster" Target="/ppt/notesMasters/notesMaster1.xml" Id="Rcc539d3a4f664072"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074f00b3cb294a57" /><Relationship Type="http://schemas.openxmlformats.org/officeDocument/2006/relationships/notesMaster" Target="/ppt/notesMasters/notesMaster1.xml" Id="Rb2c806eb58754fa6"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7760c5308b104734" /><Relationship Type="http://schemas.openxmlformats.org/officeDocument/2006/relationships/notesMaster" Target="/ppt/notesMasters/notesMaster1.xml" Id="R8a4ee62fe8af4072"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508620f517f74502" /><Relationship Type="http://schemas.openxmlformats.org/officeDocument/2006/relationships/notesMaster" Target="/ppt/notesMasters/notesMaster1.xml" Id="Rdcd4a4a9d92d430a"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d70bdf7da0dd41d4" /><Relationship Type="http://schemas.openxmlformats.org/officeDocument/2006/relationships/notesMaster" Target="/ppt/notesMasters/notesMaster1.xml" Id="R5016fc2520d2430a"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c4a97e60d1744715" /><Relationship Type="http://schemas.openxmlformats.org/officeDocument/2006/relationships/notesMaster" Target="/ppt/notesMasters/notesMaster1.xml" Id="Rbc629b8c1faf4e9b"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a1458db19fb442d2" /><Relationship Type="http://schemas.openxmlformats.org/officeDocument/2006/relationships/notesMaster" Target="/ppt/notesMasters/notesMaster1.xml" Id="Rd059ec5a024042fd"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893a8d34b6234964" /><Relationship Type="http://schemas.openxmlformats.org/officeDocument/2006/relationships/notesMaster" Target="/ppt/notesMasters/notesMaster1.xml" Id="R8715de45408d45f6"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a2f9ce3ddc8b4c52" /><Relationship Type="http://schemas.openxmlformats.org/officeDocument/2006/relationships/notesMaster" Target="/ppt/notesMasters/notesMaster1.xml" Id="R5e6d89d27e7347e6"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9663309b12db42ad" /><Relationship Type="http://schemas.openxmlformats.org/officeDocument/2006/relationships/notesMaster" Target="/ppt/notesMasters/notesMaster1.xml" Id="R3d8d0007a51d4966"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07bc399915b4459d" /><Relationship Type="http://schemas.openxmlformats.org/officeDocument/2006/relationships/notesMaster" Target="/ppt/notesMasters/notesMaster1.xml" Id="Rbfa633da5a6c4033"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aa86018361874fa6"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27694ef8f6cf4b6a"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7a6986ac29274b21"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8d4e9c384afe47a6"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91c0c2340e1a48f5"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7bacc3a6e9f24ecd" /></Relationships>
</file>

<file path=ppt/slideLayouts/_rels/slideLayout7.xml.rels>&#65279;<?xml version="1.0" encoding="utf-8"?><Relationships xmlns="http://schemas.openxmlformats.org/package/2006/relationships"><Relationship Type="http://schemas.openxmlformats.org/officeDocument/2006/relationships/slideMaster" Target="/ppt/slideMasters/slideMaster1.xml" Id="Ra77c25be18ac43f5" /></Relationships>
</file>

<file path=ppt/slideLayouts/_rels/slideLayout8.xml.rels>&#65279;<?xml version="1.0" encoding="utf-8"?><Relationships xmlns="http://schemas.openxmlformats.org/package/2006/relationships"><Relationship Type="http://schemas.openxmlformats.org/officeDocument/2006/relationships/slideMaster" Target="/ppt/slideMasters/slideMaster1.xml" Id="Rf37e1885b14744b2" /></Relationships>
</file>

<file path=ppt/slideLayouts/_rels/slideLayout9.xml.rels>&#65279;<?xml version="1.0" encoding="utf-8"?><Relationships xmlns="http://schemas.openxmlformats.org/package/2006/relationships"><Relationship Type="http://schemas.openxmlformats.org/officeDocument/2006/relationships/slideMaster" Target="/ppt/slideMasters/slideMaster1.xml" Id="Re130945d20264f45" /></Relationships>
</file>

<file path=ppt/slideLayouts/_rels/slideLayout10.xml.rels>&#65279;<?xml version="1.0" encoding="utf-8"?><Relationships xmlns="http://schemas.openxmlformats.org/package/2006/relationships"><Relationship Type="http://schemas.openxmlformats.org/officeDocument/2006/relationships/slideMaster" Target="/ppt/slideMasters/slideMaster1.xml" Id="Rbdfc3f82841b4713" /></Relationships>
</file>

<file path=ppt/slideLayouts/_rels/slideLayout11.xml.rels>&#65279;<?xml version="1.0" encoding="utf-8"?><Relationships xmlns="http://schemas.openxmlformats.org/package/2006/relationships"><Relationship Type="http://schemas.openxmlformats.org/officeDocument/2006/relationships/slideMaster" Target="/ppt/slideMasters/slideMaster1.xml" Id="R99e3c2da43774209" /></Relationships>
</file>

<file path=ppt/slideLayouts/slideLayout1.xml><?xml version="1.0" encoding="utf-8"?>
<p:sldLayout xmlns:p="http://schemas.openxmlformats.org/presentationml/2006/main" type="title" preserve="1">
  <p:cSld name="Title Slide">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1BDBA973-CE58-4C98-B278-008B0F17736E}"/>
              </a:ext>
            </a:extLst>
          </p:cNvPr>
          <p:cNvSpPr>
            <a:spLocks xmlns:a="http://schemas.openxmlformats.org/drawingml/2006/main" noGrp="1"/>
          </p:cNvSpPr>
          <p:nvPr>
            <p:ph type="ctrTitle" idx="0"/>
          </p:nvPr>
        </p:nvSpPr>
        <p:spPr>
          <a:xfrm xmlns:a="http://schemas.openxmlformats.org/drawingml/2006/main">
            <a:off x="1524000" y="1122363"/>
            <a:ext cx="9144000" cy="2387600"/>
          </a:xfrm>
        </p:spPr>
        <p:txBody>
          <a:bodyPr xmlns:a="http://schemas.openxmlformats.org/drawingml/2006/main" anchor="b"/>
          <a:lstStyle xmlns:a="http://schemas.openxmlformats.org/drawingml/2006/main">
            <a:lvl1pPr algn="ctr">
              <a:buNone/>
              <a:defRPr sz="6000"/>
            </a:lvl1pPr>
          </a:lstStyle>
          <a:p xmlns:a="http://schemas.openxmlformats.org/drawingml/2006/main">
            <a:r>
              <a:t>Click to edit Master title style</a:t>
            </a:r>
          </a:p>
        </p:txBody>
      </p:sp>
      <p:sp>
        <p:nvSpPr>
          <p:cNvPr id="3" name="Subtitle 2">
            <a:extLst xmlns:a="http://schemas.openxmlformats.org/drawingml/2006/main">
              <a:ext uri="{FF2B5EF4-FFF2-40B4-BE49-F238E27FC236}">
                <a16:creationId xmlns:a16="http://schemas.microsoft.com/office/drawing/2014/main" id="{67A84C09-F9A1-4437-A54C-AA592EC5F95D}"/>
              </a:ext>
            </a:extLst>
          </p:cNvPr>
          <p:cNvSpPr>
            <a:spLocks xmlns:a="http://schemas.openxmlformats.org/drawingml/2006/main" noGrp="1"/>
          </p:cNvSpPr>
          <p:nvPr>
            <p:ph type="subTitle" idx="1"/>
          </p:nvPr>
        </p:nvSpPr>
        <p:spPr>
          <a:xfrm xmlns:a="http://schemas.openxmlformats.org/drawingml/2006/main">
            <a:off x="1524000" y="3602038"/>
            <a:ext cx="9144000" cy="1655762"/>
          </a:xfrm>
        </p:spPr>
        <p:txBody>
          <a:bodyPr xmlns:a="http://schemas.openxmlformats.org/drawingml/2006/main"/>
          <a:lstStyle xmlns:a="http://schemas.openxmlformats.org/drawingml/2006/main">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xmlns:a="http://schemas.openxmlformats.org/drawingml/2006/main">
            <a:r>
              <a:t>Click to edit Master subtitle style</a:t>
            </a:r>
          </a:p>
        </p:txBody>
      </p:sp>
      <p:sp>
        <p:nvSpPr>
          <p:cNvPr id="4" name="Date Placeholder 3">
            <a:extLst xmlns:a="http://schemas.openxmlformats.org/drawingml/2006/main">
              <a:ext uri="{FF2B5EF4-FFF2-40B4-BE49-F238E27FC236}">
                <a16:creationId xmlns:a16="http://schemas.microsoft.com/office/drawing/2014/main" id="{D3D9535A-9627-4F77-BBED-CCA29E35806E}"/>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3C584817-E9A0-4770-B89E-96C05E3C3D4E}" type="datetimeFigureOut">
              <a:t>05-05-2026</a:t>
            </a:fld>
          </a:p>
        </p:txBody>
      </p:sp>
      <p:sp>
        <p:nvSpPr>
          <p:cNvPr id="5" name="Footer Placeholder 4">
            <a:extLst xmlns:a="http://schemas.openxmlformats.org/drawingml/2006/main">
              <a:ext uri="{FF2B5EF4-FFF2-40B4-BE49-F238E27FC236}">
                <a16:creationId xmlns:a16="http://schemas.microsoft.com/office/drawing/2014/main" id="{37FDB4D4-C6AF-4BA5-BB6A-BF33DDA54CCA}"/>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p:txBody>
      </p:sp>
      <p:sp>
        <p:nvSpPr>
          <p:cNvPr id="6" name="Slide Number Placeholder 5">
            <a:extLst xmlns:a="http://schemas.openxmlformats.org/drawingml/2006/main">
              <a:ext uri="{FF2B5EF4-FFF2-40B4-BE49-F238E27FC236}">
                <a16:creationId xmlns:a16="http://schemas.microsoft.com/office/drawing/2014/main" id="{8DC313C5-5E49-4D1D-B102-FD01B509FBC1}"/>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13BD5638-A4C1-4A69-8A37-4B920E587895}" type="slidenum">
              <a:t>‹#›</a:t>
            </a:fld>
          </a:p>
        </p:txBody>
      </p:sp>
    </p:spTree>
  </p:cSld>
</p:sldLayout>
</file>

<file path=ppt/slideLayouts/slideLayout2.xml><?xml version="1.0" encoding="utf-8"?>
<p:sldLayout xmlns:p="http://schemas.openxmlformats.org/presentationml/2006/main" type="obj" preserve="1">
  <p:cSld name="Title and Content">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B4E63806-DBC3-48B2-9B4C-600F72CE71DD}"/>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t>Click to edit Master title style</a:t>
            </a:r>
          </a:p>
        </p:txBody>
      </p:sp>
      <p:sp>
        <p:nvSpPr>
          <p:cNvPr id="3" name="Content Placeholder 2">
            <a:extLst xmlns:a="http://schemas.openxmlformats.org/drawingml/2006/main">
              <a:ext uri="{FF2B5EF4-FFF2-40B4-BE49-F238E27FC236}">
                <a16:creationId xmlns:a16="http://schemas.microsoft.com/office/drawing/2014/main" id="{E1DBFE9B-1ECA-4B87-94AA-AB9C101803D5}"/>
              </a:ext>
            </a:extLst>
          </p:cNvPr>
          <p:cNvSpPr>
            <a:spLocks xmlns:a="http://schemas.openxmlformats.org/drawingml/2006/main" noGrp="1"/>
          </p:cNvSpPr>
          <p:nvPr>
            <p:ph idx="1"/>
          </p:nvPr>
        </p:nvSpPr>
        <p:spPr/>
        <p:txBody>
          <a:bodyPr xmlns:a="http://schemas.openxmlformats.org/drawingml/2006/main"/>
          <a:lstStyle xmlns:a="http://schemas.openxmlformats.org/drawingml/2006/main"/>
          <a:p xmlns:a="http://schemas.openxmlformats.org/drawingml/2006/main">
            <a:pPr>
              <a:buNone/>
            </a:pPr>
            <a:r>
              <a:t>Edit Master text styles</a:t>
            </a:r>
          </a:p>
          <a:p xmlns:a="http://schemas.openxmlformats.org/drawingml/2006/main">
            <a:pPr>
              <a:buNone/>
            </a:pPr>
            <a:r>
              <a:t>Second level</a:t>
            </a:r>
          </a:p>
          <a:p xmlns:a="http://schemas.openxmlformats.org/drawingml/2006/main">
            <a:pPr>
              <a:buNone/>
            </a:pPr>
            <a:r>
              <a:t>Third level</a:t>
            </a:r>
          </a:p>
          <a:p xmlns:a="http://schemas.openxmlformats.org/drawingml/2006/main">
            <a:pPr>
              <a:buNone/>
            </a:pPr>
            <a:r>
              <a:t>Fourth level</a:t>
            </a:r>
          </a:p>
          <a:p xmlns:a="http://schemas.openxmlformats.org/drawingml/2006/main">
            <a:pPr>
              <a:buNone/>
            </a:pPr>
            <a:r>
              <a:t>Fifth level</a:t>
            </a:r>
          </a:p>
        </p:txBody>
      </p:sp>
      <p:sp>
        <p:nvSpPr>
          <p:cNvPr id="4" name="Date Placeholder 3">
            <a:extLst xmlns:a="http://schemas.openxmlformats.org/drawingml/2006/main">
              <a:ext uri="{FF2B5EF4-FFF2-40B4-BE49-F238E27FC236}">
                <a16:creationId xmlns:a16="http://schemas.microsoft.com/office/drawing/2014/main" id="{D90102AE-F72F-4ACF-8DA6-A175558F883B}"/>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3C584817-E9A0-4770-B89E-96C05E3C3D4E}" type="datetimeFigureOut">
              <a:t>05-05-2026</a:t>
            </a:fld>
          </a:p>
        </p:txBody>
      </p:sp>
      <p:sp>
        <p:nvSpPr>
          <p:cNvPr id="5" name="Footer Placeholder 4">
            <a:extLst xmlns:a="http://schemas.openxmlformats.org/drawingml/2006/main">
              <a:ext uri="{FF2B5EF4-FFF2-40B4-BE49-F238E27FC236}">
                <a16:creationId xmlns:a16="http://schemas.microsoft.com/office/drawing/2014/main" id="{6211175B-AC84-49BF-8031-752B60417C3E}"/>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p:txBody>
      </p:sp>
      <p:sp>
        <p:nvSpPr>
          <p:cNvPr id="6" name="Slide Number Placeholder 5">
            <a:extLst xmlns:a="http://schemas.openxmlformats.org/drawingml/2006/main">
              <a:ext uri="{FF2B5EF4-FFF2-40B4-BE49-F238E27FC236}">
                <a16:creationId xmlns:a16="http://schemas.microsoft.com/office/drawing/2014/main" id="{57DAFD25-F450-437D-B872-5C35EED26A2C}"/>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13BD5638-A4C1-4A69-8A37-4B920E587895}" type="slidenum">
              <a:t>‹#›</a:t>
            </a:fld>
          </a:p>
        </p:txBody>
      </p:sp>
    </p:spTree>
  </p:cSld>
</p:sldLayout>
</file>

<file path=ppt/slideLayouts/slideLayout3.xml><?xml version="1.0" encoding="utf-8"?>
<p:sldLayout xmlns:p="http://schemas.openxmlformats.org/presentationml/2006/main" type="secHead" preserve="1">
  <p:cSld name="Section Header">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80F147E9-DAF6-448F-A59F-0EB9A82BD7CA}"/>
              </a:ext>
            </a:extLst>
          </p:cNvPr>
          <p:cNvSpPr>
            <a:spLocks xmlns:a="http://schemas.openxmlformats.org/drawingml/2006/main" noGrp="1"/>
          </p:cNvSpPr>
          <p:nvPr>
            <p:ph type="title" idx="0"/>
          </p:nvPr>
        </p:nvSpPr>
        <p:spPr>
          <a:xfrm xmlns:a="http://schemas.openxmlformats.org/drawingml/2006/main">
            <a:off x="831850" y="1709738"/>
            <a:ext cx="10515600" cy="2852737"/>
          </a:xfrm>
        </p:spPr>
        <p:txBody>
          <a:bodyPr xmlns:a="http://schemas.openxmlformats.org/drawingml/2006/main" anchor="b"/>
          <a:lstStyle xmlns:a="http://schemas.openxmlformats.org/drawingml/2006/main">
            <a:lvl1pPr>
              <a:buNone/>
              <a:defRPr sz="6000"/>
            </a:lvl1pPr>
          </a:lstStyle>
          <a:p xmlns:a="http://schemas.openxmlformats.org/drawingml/2006/main">
            <a:r>
              <a:t>Click to edit Master title style</a:t>
            </a:r>
          </a:p>
        </p:txBody>
      </p:sp>
      <p:sp>
        <p:nvSpPr>
          <p:cNvPr id="3" name="Text Placeholder 2">
            <a:extLst xmlns:a="http://schemas.openxmlformats.org/drawingml/2006/main">
              <a:ext uri="{FF2B5EF4-FFF2-40B4-BE49-F238E27FC236}">
                <a16:creationId xmlns:a16="http://schemas.microsoft.com/office/drawing/2014/main" id="{A82C021E-976E-4EC1-B94C-29F98D1BC62D}"/>
              </a:ext>
            </a:extLst>
          </p:cNvPr>
          <p:cNvSpPr>
            <a:spLocks xmlns:a="http://schemas.openxmlformats.org/drawingml/2006/main" noGrp="1"/>
          </p:cNvSpPr>
          <p:nvPr>
            <p:ph type="body" idx="1"/>
          </p:nvPr>
        </p:nvSpPr>
        <p:spPr>
          <a:xfrm xmlns:a="http://schemas.openxmlformats.org/drawingml/2006/main">
            <a:off x="831850" y="4589463"/>
            <a:ext cx="10515600" cy="1500187"/>
          </a:xfrm>
        </p:spPr>
        <p:txBody>
          <a:bodyPr xmlns:a="http://schemas.openxmlformats.org/drawingml/2006/main"/>
          <a:lstStyle xmlns:a="http://schemas.openxmlformats.org/drawingml/2006/main">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xmlns:a="http://schemas.openxmlformats.org/drawingml/2006/main">
            <a:pPr>
              <a:buNone/>
            </a:pPr>
            <a:r>
              <a:t>Edit Master text styles</a:t>
            </a:r>
          </a:p>
        </p:txBody>
      </p:sp>
      <p:sp>
        <p:nvSpPr>
          <p:cNvPr id="4" name="Date Placeholder 3">
            <a:extLst xmlns:a="http://schemas.openxmlformats.org/drawingml/2006/main">
              <a:ext uri="{FF2B5EF4-FFF2-40B4-BE49-F238E27FC236}">
                <a16:creationId xmlns:a16="http://schemas.microsoft.com/office/drawing/2014/main" id="{19C9400C-C763-4598-B46B-FDC4BDC34A2D}"/>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3C584817-E9A0-4770-B89E-96C05E3C3D4E}" type="datetimeFigureOut">
              <a:t>05-05-2026</a:t>
            </a:fld>
          </a:p>
        </p:txBody>
      </p:sp>
      <p:sp>
        <p:nvSpPr>
          <p:cNvPr id="5" name="Footer Placeholder 4">
            <a:extLst xmlns:a="http://schemas.openxmlformats.org/drawingml/2006/main">
              <a:ext uri="{FF2B5EF4-FFF2-40B4-BE49-F238E27FC236}">
                <a16:creationId xmlns:a16="http://schemas.microsoft.com/office/drawing/2014/main" id="{7CF7F03F-89A2-4F92-9630-EDF463ADECB8}"/>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p:txBody>
      </p:sp>
      <p:sp>
        <p:nvSpPr>
          <p:cNvPr id="6" name="Slide Number Placeholder 5">
            <a:extLst xmlns:a="http://schemas.openxmlformats.org/drawingml/2006/main">
              <a:ext uri="{FF2B5EF4-FFF2-40B4-BE49-F238E27FC236}">
                <a16:creationId xmlns:a16="http://schemas.microsoft.com/office/drawing/2014/main" id="{D0CBF091-B7E0-44DA-9A1C-C4360B5166F9}"/>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13BD5638-A4C1-4A69-8A37-4B920E587895}" type="slidenum">
              <a:t>‹#›</a:t>
            </a:fld>
          </a:p>
        </p:txBody>
      </p:sp>
    </p:spTree>
  </p:cSld>
</p:sldLayout>
</file>

<file path=ppt/slideLayouts/slideLayout4.xml><?xml version="1.0" encoding="utf-8"?>
<p:sldLayout xmlns:p="http://schemas.openxmlformats.org/presentationml/2006/main" type="twoObj" preserve="1">
  <p:cSld name="Two Content">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AC200C9B-9E2F-4B25-AE6D-BAC8B13FE9E5}"/>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t>Click to edit Master title style</a:t>
            </a:r>
          </a:p>
        </p:txBody>
      </p:sp>
      <p:sp>
        <p:nvSpPr>
          <p:cNvPr id="3" name="Content Placeholder 2">
            <a:extLst xmlns:a="http://schemas.openxmlformats.org/drawingml/2006/main">
              <a:ext uri="{FF2B5EF4-FFF2-40B4-BE49-F238E27FC236}">
                <a16:creationId xmlns:a16="http://schemas.microsoft.com/office/drawing/2014/main" id="{918B2759-23D3-45F6-A3B1-2E7157F3B8A0}"/>
              </a:ext>
            </a:extLst>
          </p:cNvPr>
          <p:cNvSpPr>
            <a:spLocks xmlns:a="http://schemas.openxmlformats.org/drawingml/2006/main" noGrp="1"/>
          </p:cNvSpPr>
          <p:nvPr>
            <p:ph idx="1"/>
          </p:nvPr>
        </p:nvSpPr>
        <p:spPr>
          <a:xfrm xmlns:a="http://schemas.openxmlformats.org/drawingml/2006/main">
            <a:off x="838200" y="1825625"/>
            <a:ext cx="5181600" cy="4351338"/>
          </a:xfrm>
        </p:spPr>
        <p:txBody>
          <a:bodyPr xmlns:a="http://schemas.openxmlformats.org/drawingml/2006/main"/>
          <a:lstStyle xmlns:a="http://schemas.openxmlformats.org/drawingml/2006/main"/>
          <a:p xmlns:a="http://schemas.openxmlformats.org/drawingml/2006/main">
            <a:pPr>
              <a:buNone/>
            </a:pPr>
            <a:r>
              <a:t>Edit Master text styles</a:t>
            </a:r>
          </a:p>
          <a:p xmlns:a="http://schemas.openxmlformats.org/drawingml/2006/main">
            <a:pPr>
              <a:buNone/>
            </a:pPr>
            <a:r>
              <a:t>Second level</a:t>
            </a:r>
          </a:p>
          <a:p xmlns:a="http://schemas.openxmlformats.org/drawingml/2006/main">
            <a:pPr>
              <a:buNone/>
            </a:pPr>
            <a:r>
              <a:t>Third level</a:t>
            </a:r>
          </a:p>
          <a:p xmlns:a="http://schemas.openxmlformats.org/drawingml/2006/main">
            <a:pPr>
              <a:buNone/>
            </a:pPr>
            <a:r>
              <a:t>Fourth level</a:t>
            </a:r>
          </a:p>
          <a:p xmlns:a="http://schemas.openxmlformats.org/drawingml/2006/main">
            <a:pPr>
              <a:buNone/>
            </a:pPr>
            <a:r>
              <a:t>Fifth level</a:t>
            </a:r>
          </a:p>
        </p:txBody>
      </p:sp>
      <p:sp>
        <p:nvSpPr>
          <p:cNvPr id="4" name="Content Placeholder 3">
            <a:extLst xmlns:a="http://schemas.openxmlformats.org/drawingml/2006/main">
              <a:ext uri="{FF2B5EF4-FFF2-40B4-BE49-F238E27FC236}">
                <a16:creationId xmlns:a16="http://schemas.microsoft.com/office/drawing/2014/main" id="{04916993-41C7-4C92-A262-B30B2936386F}"/>
              </a:ext>
            </a:extLst>
          </p:cNvPr>
          <p:cNvSpPr>
            <a:spLocks xmlns:a="http://schemas.openxmlformats.org/drawingml/2006/main" noGrp="1"/>
          </p:cNvSpPr>
          <p:nvPr>
            <p:ph idx="2"/>
          </p:nvPr>
        </p:nvSpPr>
        <p:spPr>
          <a:xfrm xmlns:a="http://schemas.openxmlformats.org/drawingml/2006/main">
            <a:off x="6172200" y="1825625"/>
            <a:ext cx="5181600" cy="4351338"/>
          </a:xfrm>
        </p:spPr>
        <p:txBody>
          <a:bodyPr xmlns:a="http://schemas.openxmlformats.org/drawingml/2006/main"/>
          <a:lstStyle xmlns:a="http://schemas.openxmlformats.org/drawingml/2006/main"/>
          <a:p xmlns:a="http://schemas.openxmlformats.org/drawingml/2006/main">
            <a:pPr>
              <a:buNone/>
            </a:pPr>
            <a:r>
              <a:t>Edit Master text styles</a:t>
            </a:r>
          </a:p>
          <a:p xmlns:a="http://schemas.openxmlformats.org/drawingml/2006/main">
            <a:pPr>
              <a:buNone/>
            </a:pPr>
            <a:r>
              <a:t>Second level</a:t>
            </a:r>
          </a:p>
          <a:p xmlns:a="http://schemas.openxmlformats.org/drawingml/2006/main">
            <a:pPr>
              <a:buNone/>
            </a:pPr>
            <a:r>
              <a:t>Third level</a:t>
            </a:r>
          </a:p>
          <a:p xmlns:a="http://schemas.openxmlformats.org/drawingml/2006/main">
            <a:pPr>
              <a:buNone/>
            </a:pPr>
            <a:r>
              <a:t>Fourth level</a:t>
            </a:r>
          </a:p>
          <a:p xmlns:a="http://schemas.openxmlformats.org/drawingml/2006/main">
            <a:pPr>
              <a:buNone/>
            </a:pPr>
            <a:r>
              <a:t>Fifth level</a:t>
            </a:r>
          </a:p>
        </p:txBody>
      </p:sp>
      <p:sp>
        <p:nvSpPr>
          <p:cNvPr id="5" name="Date Placeholder 4">
            <a:extLst xmlns:a="http://schemas.openxmlformats.org/drawingml/2006/main">
              <a:ext uri="{FF2B5EF4-FFF2-40B4-BE49-F238E27FC236}">
                <a16:creationId xmlns:a16="http://schemas.microsoft.com/office/drawing/2014/main" id="{1A2F3A10-7EAC-42B0-BC5E-EE913E17A3AC}"/>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3C584817-E9A0-4770-B89E-96C05E3C3D4E}" type="datetimeFigureOut">
              <a:t>05-05-2026</a:t>
            </a:fld>
          </a:p>
        </p:txBody>
      </p:sp>
      <p:sp>
        <p:nvSpPr>
          <p:cNvPr id="6" name="Footer Placeholder 5">
            <a:extLst xmlns:a="http://schemas.openxmlformats.org/drawingml/2006/main">
              <a:ext uri="{FF2B5EF4-FFF2-40B4-BE49-F238E27FC236}">
                <a16:creationId xmlns:a16="http://schemas.microsoft.com/office/drawing/2014/main" id="{B110F9DC-2EBE-4D94-9A25-E17FDB703536}"/>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p:txBody>
      </p:sp>
      <p:sp>
        <p:nvSpPr>
          <p:cNvPr id="7" name="Slide Number Placeholder 6">
            <a:extLst xmlns:a="http://schemas.openxmlformats.org/drawingml/2006/main">
              <a:ext uri="{FF2B5EF4-FFF2-40B4-BE49-F238E27FC236}">
                <a16:creationId xmlns:a16="http://schemas.microsoft.com/office/drawing/2014/main" id="{E9E92797-98C4-4C3D-8C94-EF32A127EBF3}"/>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13BD5638-A4C1-4A69-8A37-4B920E587895}" type="slidenum">
              <a:t>‹#›</a:t>
            </a:fld>
          </a:p>
        </p:txBody>
      </p:sp>
    </p:spTree>
  </p:cSld>
</p:sldLayout>
</file>

<file path=ppt/slideLayouts/slideLayout5.xml><?xml version="1.0" encoding="utf-8"?>
<p:sldLayout xmlns:p="http://schemas.openxmlformats.org/presentationml/2006/main" type="twoTxTwoObj" preserve="1">
  <p:cSld name="Comparison">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86D328F4-F5E4-4B6F-A15E-890AA81DBF4B}"/>
              </a:ext>
            </a:extLst>
          </p:cNvPr>
          <p:cNvSpPr>
            <a:spLocks xmlns:a="http://schemas.openxmlformats.org/drawingml/2006/main" noGrp="1"/>
          </p:cNvSpPr>
          <p:nvPr>
            <p:ph type="title" idx="0"/>
          </p:nvPr>
        </p:nvSpPr>
        <p:spPr>
          <a:xfrm xmlns:a="http://schemas.openxmlformats.org/drawingml/2006/main">
            <a:off x="839788" y="365125"/>
            <a:ext cx="10515600" cy="1325563"/>
          </a:xfrm>
        </p:spPr>
        <p:txBody>
          <a:bodyPr xmlns:a="http://schemas.openxmlformats.org/drawingml/2006/main"/>
          <a:lstStyle xmlns:a="http://schemas.openxmlformats.org/drawingml/2006/main"/>
          <a:p xmlns:a="http://schemas.openxmlformats.org/drawingml/2006/main">
            <a:r>
              <a:t>Click to edit Master title style</a:t>
            </a:r>
          </a:p>
        </p:txBody>
      </p:sp>
      <p:sp>
        <p:nvSpPr>
          <p:cNvPr id="3" name="Text Placeholder 2">
            <a:extLst xmlns:a="http://schemas.openxmlformats.org/drawingml/2006/main">
              <a:ext uri="{FF2B5EF4-FFF2-40B4-BE49-F238E27FC236}">
                <a16:creationId xmlns:a16="http://schemas.microsoft.com/office/drawing/2014/main" id="{62CC4231-F260-4E70-A95F-572ADA8818DA}"/>
              </a:ext>
            </a:extLst>
          </p:cNvPr>
          <p:cNvSpPr>
            <a:spLocks xmlns:a="http://schemas.openxmlformats.org/drawingml/2006/main" noGrp="1"/>
          </p:cNvSpPr>
          <p:nvPr>
            <p:ph type="body" idx="1"/>
          </p:nvPr>
        </p:nvSpPr>
        <p:spPr>
          <a:xfrm xmlns:a="http://schemas.openxmlformats.org/drawingml/2006/main">
            <a:off x="839788" y="1681163"/>
            <a:ext cx="5157787" cy="823912"/>
          </a:xfrm>
        </p:spPr>
        <p:txBody>
          <a:bodyPr xmlns:a="http://schemas.openxmlformats.org/drawingml/2006/main" anchor="b"/>
          <a:lstStyle xmlns:a="http://schemas.openxmlformats.org/drawingml/2006/main">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xmlns:a="http://schemas.openxmlformats.org/drawingml/2006/main">
            <a:pPr>
              <a:buNone/>
            </a:pPr>
            <a:r>
              <a:t>Edit Master text styles</a:t>
            </a:r>
          </a:p>
        </p:txBody>
      </p:sp>
      <p:sp>
        <p:nvSpPr>
          <p:cNvPr id="4" name="Content Placeholder 3">
            <a:extLst xmlns:a="http://schemas.openxmlformats.org/drawingml/2006/main">
              <a:ext uri="{FF2B5EF4-FFF2-40B4-BE49-F238E27FC236}">
                <a16:creationId xmlns:a16="http://schemas.microsoft.com/office/drawing/2014/main" id="{6AC277B3-AF40-4021-AF54-373C587E06DD}"/>
              </a:ext>
            </a:extLst>
          </p:cNvPr>
          <p:cNvSpPr>
            <a:spLocks xmlns:a="http://schemas.openxmlformats.org/drawingml/2006/main" noGrp="1"/>
          </p:cNvSpPr>
          <p:nvPr>
            <p:ph idx="2"/>
          </p:nvPr>
        </p:nvSpPr>
        <p:spPr>
          <a:xfrm xmlns:a="http://schemas.openxmlformats.org/drawingml/2006/main">
            <a:off x="839788" y="2505075"/>
            <a:ext cx="5157787" cy="3684588"/>
          </a:xfrm>
        </p:spPr>
        <p:txBody>
          <a:bodyPr xmlns:a="http://schemas.openxmlformats.org/drawingml/2006/main"/>
          <a:lstStyle xmlns:a="http://schemas.openxmlformats.org/drawingml/2006/main"/>
          <a:p xmlns:a="http://schemas.openxmlformats.org/drawingml/2006/main">
            <a:pPr>
              <a:buNone/>
            </a:pPr>
            <a:r>
              <a:t>Edit Master text styles</a:t>
            </a:r>
          </a:p>
          <a:p xmlns:a="http://schemas.openxmlformats.org/drawingml/2006/main">
            <a:pPr>
              <a:buNone/>
            </a:pPr>
            <a:r>
              <a:t>Second level</a:t>
            </a:r>
          </a:p>
          <a:p xmlns:a="http://schemas.openxmlformats.org/drawingml/2006/main">
            <a:pPr>
              <a:buNone/>
            </a:pPr>
            <a:r>
              <a:t>Third level</a:t>
            </a:r>
          </a:p>
          <a:p xmlns:a="http://schemas.openxmlformats.org/drawingml/2006/main">
            <a:pPr>
              <a:buNone/>
            </a:pPr>
            <a:r>
              <a:t>Fourth level</a:t>
            </a:r>
          </a:p>
          <a:p xmlns:a="http://schemas.openxmlformats.org/drawingml/2006/main">
            <a:pPr>
              <a:buNone/>
            </a:pPr>
            <a:r>
              <a:t>Fifth level</a:t>
            </a:r>
          </a:p>
        </p:txBody>
      </p:sp>
      <p:sp>
        <p:nvSpPr>
          <p:cNvPr id="5" name="Text Placeholder 4">
            <a:extLst xmlns:a="http://schemas.openxmlformats.org/drawingml/2006/main">
              <a:ext uri="{FF2B5EF4-FFF2-40B4-BE49-F238E27FC236}">
                <a16:creationId xmlns:a16="http://schemas.microsoft.com/office/drawing/2014/main" id="{C2CB48F9-562E-480D-A3BF-66C413C22A57}"/>
              </a:ext>
            </a:extLst>
          </p:cNvPr>
          <p:cNvSpPr>
            <a:spLocks xmlns:a="http://schemas.openxmlformats.org/drawingml/2006/main" noGrp="1"/>
          </p:cNvSpPr>
          <p:nvPr>
            <p:ph type="body" idx="3"/>
          </p:nvPr>
        </p:nvSpPr>
        <p:spPr>
          <a:xfrm xmlns:a="http://schemas.openxmlformats.org/drawingml/2006/main">
            <a:off x="6172200" y="1681163"/>
            <a:ext cx="5183188" cy="823912"/>
          </a:xfrm>
        </p:spPr>
        <p:txBody>
          <a:bodyPr xmlns:a="http://schemas.openxmlformats.org/drawingml/2006/main" anchor="b"/>
          <a:lstStyle xmlns:a="http://schemas.openxmlformats.org/drawingml/2006/main">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xmlns:a="http://schemas.openxmlformats.org/drawingml/2006/main">
            <a:pPr>
              <a:buNone/>
            </a:pPr>
            <a:r>
              <a:t>Edit Master text styles</a:t>
            </a:r>
          </a:p>
        </p:txBody>
      </p:sp>
      <p:sp>
        <p:nvSpPr>
          <p:cNvPr id="6" name="Content Placeholder 5">
            <a:extLst xmlns:a="http://schemas.openxmlformats.org/drawingml/2006/main">
              <a:ext uri="{FF2B5EF4-FFF2-40B4-BE49-F238E27FC236}">
                <a16:creationId xmlns:a16="http://schemas.microsoft.com/office/drawing/2014/main" id="{8EC88B20-58CD-4BFC-85D5-646106BE6332}"/>
              </a:ext>
            </a:extLst>
          </p:cNvPr>
          <p:cNvSpPr>
            <a:spLocks xmlns:a="http://schemas.openxmlformats.org/drawingml/2006/main" noGrp="1"/>
          </p:cNvSpPr>
          <p:nvPr>
            <p:ph idx="4"/>
          </p:nvPr>
        </p:nvSpPr>
        <p:spPr>
          <a:xfrm xmlns:a="http://schemas.openxmlformats.org/drawingml/2006/main">
            <a:off x="6172200" y="2505075"/>
            <a:ext cx="5183188" cy="3684588"/>
          </a:xfrm>
        </p:spPr>
        <p:txBody>
          <a:bodyPr xmlns:a="http://schemas.openxmlformats.org/drawingml/2006/main"/>
          <a:lstStyle xmlns:a="http://schemas.openxmlformats.org/drawingml/2006/main"/>
          <a:p xmlns:a="http://schemas.openxmlformats.org/drawingml/2006/main">
            <a:pPr>
              <a:buNone/>
            </a:pPr>
            <a:r>
              <a:t>Edit Master text styles</a:t>
            </a:r>
          </a:p>
          <a:p xmlns:a="http://schemas.openxmlformats.org/drawingml/2006/main">
            <a:pPr>
              <a:buNone/>
            </a:pPr>
            <a:r>
              <a:t>Second level</a:t>
            </a:r>
          </a:p>
          <a:p xmlns:a="http://schemas.openxmlformats.org/drawingml/2006/main">
            <a:pPr>
              <a:buNone/>
            </a:pPr>
            <a:r>
              <a:t>Third level</a:t>
            </a:r>
          </a:p>
          <a:p xmlns:a="http://schemas.openxmlformats.org/drawingml/2006/main">
            <a:pPr>
              <a:buNone/>
            </a:pPr>
            <a:r>
              <a:t>Fourth level</a:t>
            </a:r>
          </a:p>
          <a:p xmlns:a="http://schemas.openxmlformats.org/drawingml/2006/main">
            <a:pPr>
              <a:buNone/>
            </a:pPr>
            <a:r>
              <a:t>Fifth level</a:t>
            </a:r>
          </a:p>
        </p:txBody>
      </p:sp>
      <p:sp>
        <p:nvSpPr>
          <p:cNvPr id="7" name="Date Placeholder 6">
            <a:extLst xmlns:a="http://schemas.openxmlformats.org/drawingml/2006/main">
              <a:ext uri="{FF2B5EF4-FFF2-40B4-BE49-F238E27FC236}">
                <a16:creationId xmlns:a16="http://schemas.microsoft.com/office/drawing/2014/main" id="{77DE6E5D-FB3C-4007-844F-761A2F46798B}"/>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3C584817-E9A0-4770-B89E-96C05E3C3D4E}" type="datetimeFigureOut">
              <a:t>05-05-2026</a:t>
            </a:fld>
          </a:p>
        </p:txBody>
      </p:sp>
      <p:sp>
        <p:nvSpPr>
          <p:cNvPr id="8" name="Footer Placeholder 7">
            <a:extLst xmlns:a="http://schemas.openxmlformats.org/drawingml/2006/main">
              <a:ext uri="{FF2B5EF4-FFF2-40B4-BE49-F238E27FC236}">
                <a16:creationId xmlns:a16="http://schemas.microsoft.com/office/drawing/2014/main" id="{A2036ED9-F8AD-4301-9015-85B35F44B6F3}"/>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p:txBody>
      </p:sp>
      <p:sp>
        <p:nvSpPr>
          <p:cNvPr id="9" name="Slide Number Placeholder 8">
            <a:extLst xmlns:a="http://schemas.openxmlformats.org/drawingml/2006/main">
              <a:ext uri="{FF2B5EF4-FFF2-40B4-BE49-F238E27FC236}">
                <a16:creationId xmlns:a16="http://schemas.microsoft.com/office/drawing/2014/main" id="{D9217EFF-3C27-46E2-9150-9D824BA8846E}"/>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13BD5638-A4C1-4A69-8A37-4B920E587895}" type="slidenum">
              <a:t>‹#›</a:t>
            </a:fld>
          </a:p>
        </p:txBody>
      </p:sp>
    </p:spTree>
  </p:cSld>
</p:sldLayout>
</file>

<file path=ppt/slideLayouts/slideLayout6.xml><?xml version="1.0" encoding="utf-8"?>
<p:sldLayout xmlns:p="http://schemas.openxmlformats.org/presentationml/2006/main" type="titleOnly" preserve="1">
  <p:cSld name="Title Only">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EF6CA321-FFA4-4A3A-8A00-EDC9240FF892}"/>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t>Click to edit Master title style</a:t>
            </a:r>
          </a:p>
        </p:txBody>
      </p:sp>
      <p:sp>
        <p:nvSpPr>
          <p:cNvPr id="3" name="Date Placeholder 2">
            <a:extLst xmlns:a="http://schemas.openxmlformats.org/drawingml/2006/main">
              <a:ext uri="{FF2B5EF4-FFF2-40B4-BE49-F238E27FC236}">
                <a16:creationId xmlns:a16="http://schemas.microsoft.com/office/drawing/2014/main" id="{E608C241-719A-46CE-AF41-BE743E929961}"/>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3C584817-E9A0-4770-B89E-96C05E3C3D4E}" type="datetimeFigureOut">
              <a:t>05-05-2026</a:t>
            </a:fld>
          </a:p>
        </p:txBody>
      </p:sp>
      <p:sp>
        <p:nvSpPr>
          <p:cNvPr id="4" name="Footer Placeholder 3">
            <a:extLst xmlns:a="http://schemas.openxmlformats.org/drawingml/2006/main">
              <a:ext uri="{FF2B5EF4-FFF2-40B4-BE49-F238E27FC236}">
                <a16:creationId xmlns:a16="http://schemas.microsoft.com/office/drawing/2014/main" id="{2C2C7A4C-ABB8-492E-A773-416D53DA03B1}"/>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p:txBody>
      </p:sp>
      <p:sp>
        <p:nvSpPr>
          <p:cNvPr id="5" name="Slide Number Placeholder 4">
            <a:extLst xmlns:a="http://schemas.openxmlformats.org/drawingml/2006/main">
              <a:ext uri="{FF2B5EF4-FFF2-40B4-BE49-F238E27FC236}">
                <a16:creationId xmlns:a16="http://schemas.microsoft.com/office/drawing/2014/main" id="{EE300DB9-4E7C-49AF-B946-0201F2A46E81}"/>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13BD5638-A4C1-4A69-8A37-4B920E587895}" type="slidenum">
              <a:t>‹#›</a:t>
            </a:fld>
          </a:p>
        </p:txBody>
      </p:sp>
    </p:spTree>
  </p:cSld>
</p:sldLayout>
</file>

<file path=ppt/slideLayouts/slideLayout7.xml><?xml version="1.0" encoding="utf-8"?>
<p:sldLayout xmlns:p="http://schemas.openxmlformats.org/presentationml/2006/main" type="blank" preserve="1">
  <p:cSld name="Blank">
    <p:spTree>
      <p:nvGrpSpPr>
        <p:cNvPr id="1" name=""/>
        <p:cNvGrpSpPr/>
        <p:nvPr/>
      </p:nvGrpSpPr>
      <p:grpSpPr>
        <a:xfrm xmlns:a="http://schemas.openxmlformats.org/drawingml/2006/main"/>
      </p:grpSpPr>
      <p:sp>
        <p:nvSpPr>
          <p:cNvPr id="2" name="Date Placeholder 1">
            <a:extLst xmlns:a="http://schemas.openxmlformats.org/drawingml/2006/main">
              <a:ext uri="{FF2B5EF4-FFF2-40B4-BE49-F238E27FC236}">
                <a16:creationId xmlns:a16="http://schemas.microsoft.com/office/drawing/2014/main" id="{644F60F4-ED92-4BEC-8226-69E374ED48DD}"/>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3C584817-E9A0-4770-B89E-96C05E3C3D4E}" type="datetimeFigureOut">
              <a:t>05-05-2026</a:t>
            </a:fld>
          </a:p>
        </p:txBody>
      </p:sp>
      <p:sp>
        <p:nvSpPr>
          <p:cNvPr id="3" name="Footer Placeholder 2">
            <a:extLst xmlns:a="http://schemas.openxmlformats.org/drawingml/2006/main">
              <a:ext uri="{FF2B5EF4-FFF2-40B4-BE49-F238E27FC236}">
                <a16:creationId xmlns:a16="http://schemas.microsoft.com/office/drawing/2014/main" id="{A09440DD-FAD2-4D14-8200-192B9E29C206}"/>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p:txBody>
      </p:sp>
      <p:sp>
        <p:nvSpPr>
          <p:cNvPr id="4" name="Slide Number Placeholder 3">
            <a:extLst xmlns:a="http://schemas.openxmlformats.org/drawingml/2006/main">
              <a:ext uri="{FF2B5EF4-FFF2-40B4-BE49-F238E27FC236}">
                <a16:creationId xmlns:a16="http://schemas.microsoft.com/office/drawing/2014/main" id="{717A4615-FD3A-43D8-8CBD-B14457C8304E}"/>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13BD5638-A4C1-4A69-8A37-4B920E587895}" type="slidenum">
              <a:t>‹#›</a:t>
            </a:fld>
          </a:p>
        </p:txBody>
      </p:sp>
    </p:spTree>
  </p:cSld>
</p:sldLayout>
</file>

<file path=ppt/slideLayouts/slideLayout8.xml><?xml version="1.0" encoding="utf-8"?>
<p:sldLayout xmlns:p="http://schemas.openxmlformats.org/presentationml/2006/main" type="objTx" preserve="1">
  <p:cSld name="Content with Caption">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1B1167B7-7A44-4F09-952F-7F09345EA660}"/>
              </a:ext>
            </a:extLst>
          </p:cNvPr>
          <p:cNvSpPr>
            <a:spLocks xmlns:a="http://schemas.openxmlformats.org/drawingml/2006/main" noGrp="1"/>
          </p:cNvSpPr>
          <p:nvPr>
            <p:ph type="title" idx="0"/>
          </p:nvPr>
        </p:nvSpPr>
        <p:spPr>
          <a:xfrm xmlns:a="http://schemas.openxmlformats.org/drawingml/2006/main">
            <a:off x="839788" y="457200"/>
            <a:ext cx="3932237" cy="1600200"/>
          </a:xfrm>
        </p:spPr>
        <p:txBody>
          <a:bodyPr xmlns:a="http://schemas.openxmlformats.org/drawingml/2006/main" anchor="b"/>
          <a:lstStyle xmlns:a="http://schemas.openxmlformats.org/drawingml/2006/main">
            <a:lvl1pPr>
              <a:buNone/>
              <a:defRPr sz="3200"/>
            </a:lvl1pPr>
          </a:lstStyle>
          <a:p xmlns:a="http://schemas.openxmlformats.org/drawingml/2006/main">
            <a:r>
              <a:t>Click to edit Master title style</a:t>
            </a:r>
          </a:p>
        </p:txBody>
      </p:sp>
      <p:sp>
        <p:nvSpPr>
          <p:cNvPr id="3" name="Content Placeholder 2">
            <a:extLst xmlns:a="http://schemas.openxmlformats.org/drawingml/2006/main">
              <a:ext uri="{FF2B5EF4-FFF2-40B4-BE49-F238E27FC236}">
                <a16:creationId xmlns:a16="http://schemas.microsoft.com/office/drawing/2014/main" id="{F7714D51-27C2-4F5E-9813-2ED5E8D95A7E}"/>
              </a:ext>
            </a:extLst>
          </p:cNvPr>
          <p:cNvSpPr>
            <a:spLocks xmlns:a="http://schemas.openxmlformats.org/drawingml/2006/main" noGrp="1"/>
          </p:cNvSpPr>
          <p:nvPr>
            <p:ph idx="1"/>
          </p:nvPr>
        </p:nvSpPr>
        <p:spPr>
          <a:xfrm xmlns:a="http://schemas.openxmlformats.org/drawingml/2006/main">
            <a:off x="5183188" y="987425"/>
            <a:ext cx="6172200" cy="4873625"/>
          </a:xfrm>
        </p:spPr>
        <p:txBody>
          <a:bodyPr xmlns:a="http://schemas.openxmlformats.org/drawingml/2006/main"/>
          <a:lstStyle xmlns:a="http://schemas.openxmlformats.org/drawingml/2006/main">
            <a:lvl1pPr>
              <a:buNone/>
              <a:defRPr sz="3200"/>
            </a:lvl1pPr>
            <a:lvl2pPr>
              <a:buNone/>
              <a:defRPr sz="2800"/>
            </a:lvl2pPr>
            <a:lvl3pPr>
              <a:buNone/>
              <a:defRPr sz="2400"/>
            </a:lvl3pPr>
            <a:lvl4pPr>
              <a:buNone/>
              <a:defRPr sz="2000"/>
            </a:lvl4pPr>
            <a:lvl5pPr>
              <a:buNone/>
              <a:defRPr sz="2000"/>
            </a:lvl5pPr>
            <a:lvl6pPr>
              <a:buNone/>
              <a:defRPr sz="2000"/>
            </a:lvl6pPr>
            <a:lvl7pPr>
              <a:buNone/>
              <a:defRPr sz="2000"/>
            </a:lvl7pPr>
            <a:lvl8pPr>
              <a:buNone/>
              <a:defRPr sz="2000"/>
            </a:lvl8pPr>
            <a:lvl9pPr>
              <a:buNone/>
              <a:defRPr sz="2000"/>
            </a:lvl9pPr>
          </a:lstStyle>
          <a:p xmlns:a="http://schemas.openxmlformats.org/drawingml/2006/main">
            <a:pPr>
              <a:buNone/>
            </a:pPr>
            <a:r>
              <a:t>Edit Master text styles</a:t>
            </a:r>
          </a:p>
          <a:p xmlns:a="http://schemas.openxmlformats.org/drawingml/2006/main">
            <a:pPr>
              <a:buNone/>
            </a:pPr>
            <a:r>
              <a:t>Second level</a:t>
            </a:r>
          </a:p>
          <a:p xmlns:a="http://schemas.openxmlformats.org/drawingml/2006/main">
            <a:pPr>
              <a:buNone/>
            </a:pPr>
            <a:r>
              <a:t>Third level</a:t>
            </a:r>
          </a:p>
          <a:p xmlns:a="http://schemas.openxmlformats.org/drawingml/2006/main">
            <a:pPr>
              <a:buNone/>
            </a:pPr>
            <a:r>
              <a:t>Fourth level</a:t>
            </a:r>
          </a:p>
          <a:p xmlns:a="http://schemas.openxmlformats.org/drawingml/2006/main">
            <a:pPr>
              <a:buNone/>
            </a:pPr>
            <a:r>
              <a:t>Fifth level</a:t>
            </a:r>
          </a:p>
        </p:txBody>
      </p:sp>
      <p:sp>
        <p:nvSpPr>
          <p:cNvPr id="4" name="Text Placeholder 3">
            <a:extLst xmlns:a="http://schemas.openxmlformats.org/drawingml/2006/main">
              <a:ext uri="{FF2B5EF4-FFF2-40B4-BE49-F238E27FC236}">
                <a16:creationId xmlns:a16="http://schemas.microsoft.com/office/drawing/2014/main" id="{E3D3A9AE-DE78-4AF5-B2B6-A463D1BA1C02}"/>
              </a:ext>
            </a:extLst>
          </p:cNvPr>
          <p:cNvSpPr>
            <a:spLocks xmlns:a="http://schemas.openxmlformats.org/drawingml/2006/main" noGrp="1"/>
          </p:cNvSpPr>
          <p:nvPr>
            <p:ph type="body" idx="2"/>
          </p:nvPr>
        </p:nvSpPr>
        <p:spPr>
          <a:xfrm xmlns:a="http://schemas.openxmlformats.org/drawingml/2006/main">
            <a:off x="839788" y="2057400"/>
            <a:ext cx="3932237" cy="3811588"/>
          </a:xfrm>
        </p:spPr>
        <p:txBody>
          <a:bodyPr xmlns:a="http://schemas.openxmlformats.org/drawingml/2006/main"/>
          <a:lstStyle xmlns:a="http://schemas.openxmlformats.org/drawingml/2006/main">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xmlns:a="http://schemas.openxmlformats.org/drawingml/2006/main">
            <a:pPr>
              <a:buNone/>
            </a:pPr>
            <a:r>
              <a:t>Edit Master text styles</a:t>
            </a:r>
          </a:p>
        </p:txBody>
      </p:sp>
      <p:sp>
        <p:nvSpPr>
          <p:cNvPr id="5" name="Date Placeholder 4">
            <a:extLst xmlns:a="http://schemas.openxmlformats.org/drawingml/2006/main">
              <a:ext uri="{FF2B5EF4-FFF2-40B4-BE49-F238E27FC236}">
                <a16:creationId xmlns:a16="http://schemas.microsoft.com/office/drawing/2014/main" id="{595D9844-EDA4-42F9-927F-292BDBE8A46F}"/>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3C584817-E9A0-4770-B89E-96C05E3C3D4E}" type="datetimeFigureOut">
              <a:t>05-05-2026</a:t>
            </a:fld>
          </a:p>
        </p:txBody>
      </p:sp>
      <p:sp>
        <p:nvSpPr>
          <p:cNvPr id="6" name="Footer Placeholder 5">
            <a:extLst xmlns:a="http://schemas.openxmlformats.org/drawingml/2006/main">
              <a:ext uri="{FF2B5EF4-FFF2-40B4-BE49-F238E27FC236}">
                <a16:creationId xmlns:a16="http://schemas.microsoft.com/office/drawing/2014/main" id="{E6316436-6036-44A4-80C4-21EA5C3137D0}"/>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p:txBody>
      </p:sp>
      <p:sp>
        <p:nvSpPr>
          <p:cNvPr id="7" name="Slide Number Placeholder 6">
            <a:extLst xmlns:a="http://schemas.openxmlformats.org/drawingml/2006/main">
              <a:ext uri="{FF2B5EF4-FFF2-40B4-BE49-F238E27FC236}">
                <a16:creationId xmlns:a16="http://schemas.microsoft.com/office/drawing/2014/main" id="{537CAEFD-566D-4EE9-8167-D396E2BF7FFE}"/>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13BD5638-A4C1-4A69-8A37-4B920E587895}" type="slidenum">
              <a:t>‹#›</a:t>
            </a:fld>
          </a:p>
        </p:txBody>
      </p:sp>
    </p:spTree>
  </p:cSld>
</p:sldLayout>
</file>

<file path=ppt/slideLayouts/slideLayout9.xml><?xml version="1.0" encoding="utf-8"?>
<p:sldLayout xmlns:p="http://schemas.openxmlformats.org/presentationml/2006/main" type="picTx" preserve="1">
  <p:cSld name="Picture with Caption">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B3A65FAA-9547-4D98-9CEC-F3BF958F83C8}"/>
              </a:ext>
            </a:extLst>
          </p:cNvPr>
          <p:cNvSpPr>
            <a:spLocks xmlns:a="http://schemas.openxmlformats.org/drawingml/2006/main" noGrp="1"/>
          </p:cNvSpPr>
          <p:nvPr>
            <p:ph type="title" idx="0"/>
          </p:nvPr>
        </p:nvSpPr>
        <p:spPr>
          <a:xfrm xmlns:a="http://schemas.openxmlformats.org/drawingml/2006/main">
            <a:off x="839788" y="457200"/>
            <a:ext cx="3932237" cy="1600200"/>
          </a:xfrm>
        </p:spPr>
        <p:txBody>
          <a:bodyPr xmlns:a="http://schemas.openxmlformats.org/drawingml/2006/main" anchor="b"/>
          <a:lstStyle xmlns:a="http://schemas.openxmlformats.org/drawingml/2006/main">
            <a:lvl1pPr>
              <a:buNone/>
              <a:defRPr sz="3200"/>
            </a:lvl1pPr>
          </a:lstStyle>
          <a:p xmlns:a="http://schemas.openxmlformats.org/drawingml/2006/main">
            <a:r>
              <a:t>Click to edit Master title style</a:t>
            </a:r>
          </a:p>
        </p:txBody>
      </p:sp>
      <p:sp>
        <p:nvSpPr>
          <p:cNvPr id="3" name="Picture Placeholder 2">
            <a:extLst xmlns:a="http://schemas.openxmlformats.org/drawingml/2006/main">
              <a:ext uri="{FF2B5EF4-FFF2-40B4-BE49-F238E27FC236}">
                <a16:creationId xmlns:a16="http://schemas.microsoft.com/office/drawing/2014/main" id="{462DEF32-CE59-4A08-B88E-25B999B5608F}"/>
              </a:ext>
            </a:extLst>
          </p:cNvPr>
          <p:cNvSpPr>
            <a:spLocks xmlns:a="http://schemas.openxmlformats.org/drawingml/2006/main" noGrp="1"/>
          </p:cNvSpPr>
          <p:nvPr>
            <p:ph type="pic" idx="1"/>
          </p:nvPr>
        </p:nvSpPr>
        <p:spPr>
          <a:xfrm xmlns:a="http://schemas.openxmlformats.org/drawingml/2006/main">
            <a:off x="5183188" y="987425"/>
            <a:ext cx="6172200" cy="4873625"/>
          </a:xfrm>
        </p:spPr>
        <p:txBody>
          <a:bodyPr xmlns:a="http://schemas.openxmlformats.org/drawingml/2006/main"/>
          <a:lstStyle xmlns:a="http://schemas.openxmlformats.org/drawingml/2006/main">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xmlns:a="http://schemas.openxmlformats.org/drawingml/2006/main"/>
        </p:txBody>
      </p:sp>
      <p:sp>
        <p:nvSpPr>
          <p:cNvPr id="4" name="Text Placeholder 3">
            <a:extLst xmlns:a="http://schemas.openxmlformats.org/drawingml/2006/main">
              <a:ext uri="{FF2B5EF4-FFF2-40B4-BE49-F238E27FC236}">
                <a16:creationId xmlns:a16="http://schemas.microsoft.com/office/drawing/2014/main" id="{3B8790FA-528C-4F2C-A471-E0C5F9CE28AF}"/>
              </a:ext>
            </a:extLst>
          </p:cNvPr>
          <p:cNvSpPr>
            <a:spLocks xmlns:a="http://schemas.openxmlformats.org/drawingml/2006/main" noGrp="1"/>
          </p:cNvSpPr>
          <p:nvPr>
            <p:ph type="body" idx="2"/>
          </p:nvPr>
        </p:nvSpPr>
        <p:spPr>
          <a:xfrm xmlns:a="http://schemas.openxmlformats.org/drawingml/2006/main">
            <a:off x="839788" y="2057400"/>
            <a:ext cx="3932237" cy="3811588"/>
          </a:xfrm>
        </p:spPr>
        <p:txBody>
          <a:bodyPr xmlns:a="http://schemas.openxmlformats.org/drawingml/2006/main"/>
          <a:lstStyle xmlns:a="http://schemas.openxmlformats.org/drawingml/2006/main">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xmlns:a="http://schemas.openxmlformats.org/drawingml/2006/main">
            <a:pPr>
              <a:buNone/>
            </a:pPr>
            <a:r>
              <a:t>Edit Master text styles</a:t>
            </a:r>
          </a:p>
        </p:txBody>
      </p:sp>
      <p:sp>
        <p:nvSpPr>
          <p:cNvPr id="5" name="Date Placeholder 4">
            <a:extLst xmlns:a="http://schemas.openxmlformats.org/drawingml/2006/main">
              <a:ext uri="{FF2B5EF4-FFF2-40B4-BE49-F238E27FC236}">
                <a16:creationId xmlns:a16="http://schemas.microsoft.com/office/drawing/2014/main" id="{2DFFF079-126E-4EAC-8F96-340FF88DCC95}"/>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3C584817-E9A0-4770-B89E-96C05E3C3D4E}" type="datetimeFigureOut">
              <a:t>05-05-2026</a:t>
            </a:fld>
          </a:p>
        </p:txBody>
      </p:sp>
      <p:sp>
        <p:nvSpPr>
          <p:cNvPr id="6" name="Footer Placeholder 5">
            <a:extLst xmlns:a="http://schemas.openxmlformats.org/drawingml/2006/main">
              <a:ext uri="{FF2B5EF4-FFF2-40B4-BE49-F238E27FC236}">
                <a16:creationId xmlns:a16="http://schemas.microsoft.com/office/drawing/2014/main" id="{9F7D124E-889E-4607-8CCD-B6B66493A757}"/>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p:txBody>
      </p:sp>
      <p:sp>
        <p:nvSpPr>
          <p:cNvPr id="7" name="Slide Number Placeholder 6">
            <a:extLst xmlns:a="http://schemas.openxmlformats.org/drawingml/2006/main">
              <a:ext uri="{FF2B5EF4-FFF2-40B4-BE49-F238E27FC236}">
                <a16:creationId xmlns:a16="http://schemas.microsoft.com/office/drawing/2014/main" id="{6B554459-333D-4E36-881C-19C720A55BA3}"/>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13BD5638-A4C1-4A69-8A37-4B920E587895}" type="slidenum">
              <a:t>‹#›</a:t>
            </a:fld>
          </a:p>
        </p:txBody>
      </p:sp>
    </p:spTree>
  </p:cSld>
</p:sldLayout>
</file>

<file path=ppt/slideLayouts/slideLayout10.xml><?xml version="1.0" encoding="utf-8"?>
<p:sldLayout xmlns:p="http://schemas.openxmlformats.org/presentationml/2006/main" type="vertTx" preserve="1">
  <p:cSld name="Title and Vertical Text">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B686C3C5-9701-479F-8F11-310860AD80DD}"/>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t>Click to edit Master title style</a:t>
            </a:r>
          </a:p>
        </p:txBody>
      </p:sp>
      <p:sp>
        <p:nvSpPr>
          <p:cNvPr id="3" name="Vertical Text Placeholder 2">
            <a:extLst xmlns:a="http://schemas.openxmlformats.org/drawingml/2006/main">
              <a:ext uri="{FF2B5EF4-FFF2-40B4-BE49-F238E27FC236}">
                <a16:creationId xmlns:a16="http://schemas.microsoft.com/office/drawing/2014/main" id="{7ABDDC89-EB59-4DC3-AB06-63C898BD2F64}"/>
              </a:ext>
            </a:extLst>
          </p:cNvPr>
          <p:cNvSpPr>
            <a:spLocks xmlns:a="http://schemas.openxmlformats.org/drawingml/2006/main" noGrp="1"/>
          </p:cNvSpPr>
          <p:nvPr>
            <p:ph type="body" idx="1"/>
          </p:nvPr>
        </p:nvSpPr>
        <p:spPr/>
        <p:txBody>
          <a:bodyPr xmlns:a="http://schemas.openxmlformats.org/drawingml/2006/main" vert="eaVert"/>
          <a:lstStyle xmlns:a="http://schemas.openxmlformats.org/drawingml/2006/main"/>
          <a:p xmlns:a="http://schemas.openxmlformats.org/drawingml/2006/main">
            <a:pPr>
              <a:buNone/>
            </a:pPr>
            <a:r>
              <a:t>Edit Master text styles</a:t>
            </a:r>
          </a:p>
          <a:p xmlns:a="http://schemas.openxmlformats.org/drawingml/2006/main">
            <a:pPr>
              <a:buNone/>
            </a:pPr>
            <a:r>
              <a:t>Second level</a:t>
            </a:r>
          </a:p>
          <a:p xmlns:a="http://schemas.openxmlformats.org/drawingml/2006/main">
            <a:pPr>
              <a:buNone/>
            </a:pPr>
            <a:r>
              <a:t>Third level</a:t>
            </a:r>
          </a:p>
          <a:p xmlns:a="http://schemas.openxmlformats.org/drawingml/2006/main">
            <a:pPr>
              <a:buNone/>
            </a:pPr>
            <a:r>
              <a:t>Fourth level</a:t>
            </a:r>
          </a:p>
          <a:p xmlns:a="http://schemas.openxmlformats.org/drawingml/2006/main">
            <a:pPr>
              <a:buNone/>
            </a:pPr>
            <a:r>
              <a:t>Fifth level</a:t>
            </a:r>
          </a:p>
        </p:txBody>
      </p:sp>
      <p:sp>
        <p:nvSpPr>
          <p:cNvPr id="4" name="Date Placeholder 3">
            <a:extLst xmlns:a="http://schemas.openxmlformats.org/drawingml/2006/main">
              <a:ext uri="{FF2B5EF4-FFF2-40B4-BE49-F238E27FC236}">
                <a16:creationId xmlns:a16="http://schemas.microsoft.com/office/drawing/2014/main" id="{897F4EF2-49C6-442C-B410-597EF3D2EC3A}"/>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3C584817-E9A0-4770-B89E-96C05E3C3D4E}" type="datetimeFigureOut">
              <a:t>05-05-2026</a:t>
            </a:fld>
          </a:p>
        </p:txBody>
      </p:sp>
      <p:sp>
        <p:nvSpPr>
          <p:cNvPr id="5" name="Footer Placeholder 4">
            <a:extLst xmlns:a="http://schemas.openxmlformats.org/drawingml/2006/main">
              <a:ext uri="{FF2B5EF4-FFF2-40B4-BE49-F238E27FC236}">
                <a16:creationId xmlns:a16="http://schemas.microsoft.com/office/drawing/2014/main" id="{95501B5E-6F8E-4636-9749-FC167D2AA276}"/>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p:txBody>
      </p:sp>
      <p:sp>
        <p:nvSpPr>
          <p:cNvPr id="6" name="Slide Number Placeholder 5">
            <a:extLst xmlns:a="http://schemas.openxmlformats.org/drawingml/2006/main">
              <a:ext uri="{FF2B5EF4-FFF2-40B4-BE49-F238E27FC236}">
                <a16:creationId xmlns:a16="http://schemas.microsoft.com/office/drawing/2014/main" id="{33E89230-35E3-4AD5-B0DE-986348C64C8B}"/>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13BD5638-A4C1-4A69-8A37-4B920E587895}" type="slidenum">
              <a:t>‹#›</a:t>
            </a:fld>
          </a:p>
        </p:txBody>
      </p:sp>
    </p:spTree>
  </p:cSld>
</p:sldLayout>
</file>

<file path=ppt/slideLayouts/slideLayout11.xml><?xml version="1.0" encoding="utf-8"?>
<p:sldLayout xmlns:p="http://schemas.openxmlformats.org/presentationml/2006/main" type="vertTitleAndTx" preserve="1">
  <p:cSld name="Vertical Title and Text">
    <p:spTree>
      <p:nvGrpSpPr>
        <p:cNvPr id="1" name=""/>
        <p:cNvGrpSpPr/>
        <p:nvPr/>
      </p:nvGrpSpPr>
      <p:grpSpPr>
        <a:xfrm xmlns:a="http://schemas.openxmlformats.org/drawingml/2006/main"/>
      </p:grpSpPr>
      <p:sp>
        <p:nvSpPr>
          <p:cNvPr id="2" name="Vertical Title 1">
            <a:extLst xmlns:a="http://schemas.openxmlformats.org/drawingml/2006/main">
              <a:ext uri="{FF2B5EF4-FFF2-40B4-BE49-F238E27FC236}">
                <a16:creationId xmlns:a16="http://schemas.microsoft.com/office/drawing/2014/main" id="{399561F7-087D-46C8-B8E3-CCA78321A946}"/>
              </a:ext>
            </a:extLst>
          </p:cNvPr>
          <p:cNvSpPr>
            <a:spLocks xmlns:a="http://schemas.openxmlformats.org/drawingml/2006/main" noGrp="1"/>
          </p:cNvSpPr>
          <p:nvPr>
            <p:ph type="title" idx="0"/>
          </p:nvPr>
        </p:nvSpPr>
        <p:spPr>
          <a:xfrm xmlns:a="http://schemas.openxmlformats.org/drawingml/2006/main">
            <a:off x="8724900" y="365125"/>
            <a:ext cx="2628900" cy="5811838"/>
          </a:xfrm>
        </p:spPr>
        <p:txBody>
          <a:bodyPr xmlns:a="http://schemas.openxmlformats.org/drawingml/2006/main" vert="eaVert"/>
          <a:lstStyle xmlns:a="http://schemas.openxmlformats.org/drawingml/2006/main"/>
          <a:p xmlns:a="http://schemas.openxmlformats.org/drawingml/2006/main">
            <a:r>
              <a:t>Click to edit Master title style</a:t>
            </a:r>
          </a:p>
        </p:txBody>
      </p:sp>
      <p:sp>
        <p:nvSpPr>
          <p:cNvPr id="3" name="Vertical Text Placeholder 2">
            <a:extLst xmlns:a="http://schemas.openxmlformats.org/drawingml/2006/main">
              <a:ext uri="{FF2B5EF4-FFF2-40B4-BE49-F238E27FC236}">
                <a16:creationId xmlns:a16="http://schemas.microsoft.com/office/drawing/2014/main" id="{AD1315EC-E7A4-4B63-8808-8D5D5933391D}"/>
              </a:ext>
            </a:extLst>
          </p:cNvPr>
          <p:cNvSpPr>
            <a:spLocks xmlns:a="http://schemas.openxmlformats.org/drawingml/2006/main" noGrp="1"/>
          </p:cNvSpPr>
          <p:nvPr>
            <p:ph type="body" idx="1"/>
          </p:nvPr>
        </p:nvSpPr>
        <p:spPr>
          <a:xfrm xmlns:a="http://schemas.openxmlformats.org/drawingml/2006/main">
            <a:off x="838200" y="365125"/>
            <a:ext cx="7734300" cy="5811838"/>
          </a:xfrm>
        </p:spPr>
        <p:txBody>
          <a:bodyPr xmlns:a="http://schemas.openxmlformats.org/drawingml/2006/main" vert="eaVert"/>
          <a:lstStyle xmlns:a="http://schemas.openxmlformats.org/drawingml/2006/main"/>
          <a:p xmlns:a="http://schemas.openxmlformats.org/drawingml/2006/main">
            <a:pPr>
              <a:buNone/>
            </a:pPr>
            <a:r>
              <a:t>Edit Master text styles</a:t>
            </a:r>
          </a:p>
          <a:p xmlns:a="http://schemas.openxmlformats.org/drawingml/2006/main">
            <a:pPr>
              <a:buNone/>
            </a:pPr>
            <a:r>
              <a:t>Second level</a:t>
            </a:r>
          </a:p>
          <a:p xmlns:a="http://schemas.openxmlformats.org/drawingml/2006/main">
            <a:pPr>
              <a:buNone/>
            </a:pPr>
            <a:r>
              <a:t>Third level</a:t>
            </a:r>
          </a:p>
          <a:p xmlns:a="http://schemas.openxmlformats.org/drawingml/2006/main">
            <a:pPr>
              <a:buNone/>
            </a:pPr>
            <a:r>
              <a:t>Fourth level</a:t>
            </a:r>
          </a:p>
          <a:p xmlns:a="http://schemas.openxmlformats.org/drawingml/2006/main">
            <a:pPr>
              <a:buNone/>
            </a:pPr>
            <a:r>
              <a:t>Fifth level</a:t>
            </a:r>
          </a:p>
        </p:txBody>
      </p:sp>
      <p:sp>
        <p:nvSpPr>
          <p:cNvPr id="4" name="Date Placeholder 3">
            <a:extLst xmlns:a="http://schemas.openxmlformats.org/drawingml/2006/main">
              <a:ext uri="{FF2B5EF4-FFF2-40B4-BE49-F238E27FC236}">
                <a16:creationId xmlns:a16="http://schemas.microsoft.com/office/drawing/2014/main" id="{593EAD31-84BA-419D-B1F9-8E11B714233B}"/>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3C584817-E9A0-4770-B89E-96C05E3C3D4E}" type="datetimeFigureOut">
              <a:t>05-05-2026</a:t>
            </a:fld>
          </a:p>
        </p:txBody>
      </p:sp>
      <p:sp>
        <p:nvSpPr>
          <p:cNvPr id="5" name="Footer Placeholder 4">
            <a:extLst xmlns:a="http://schemas.openxmlformats.org/drawingml/2006/main">
              <a:ext uri="{FF2B5EF4-FFF2-40B4-BE49-F238E27FC236}">
                <a16:creationId xmlns:a16="http://schemas.microsoft.com/office/drawing/2014/main" id="{3DB74FAF-EBDD-43E9-86C3-3D1EA7D4D8F3}"/>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p:txBody>
      </p:sp>
      <p:sp>
        <p:nvSpPr>
          <p:cNvPr id="6" name="Slide Number Placeholder 5">
            <a:extLst xmlns:a="http://schemas.openxmlformats.org/drawingml/2006/main">
              <a:ext uri="{FF2B5EF4-FFF2-40B4-BE49-F238E27FC236}">
                <a16:creationId xmlns:a16="http://schemas.microsoft.com/office/drawing/2014/main" id="{BCB77532-7221-4D3B-AF1F-E719DBCB7DA5}"/>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13BD5638-A4C1-4A69-8A37-4B920E587895}" type="slidenum">
              <a:t>‹#›</a:t>
            </a:fld>
          </a:p>
        </p:txBody>
      </p:sp>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9470b2a393234536" /><Relationship Type="http://schemas.openxmlformats.org/officeDocument/2006/relationships/slideLayout" Target="/ppt/slideLayouts/slideLayout1.xml" Id="R0070dd5dc31d4f77" /><Relationship Type="http://schemas.openxmlformats.org/officeDocument/2006/relationships/slideLayout" Target="/ppt/slideLayouts/slideLayout2.xml" Id="Rd1cb48b1842b40b0" /><Relationship Type="http://schemas.openxmlformats.org/officeDocument/2006/relationships/slideLayout" Target="/ppt/slideLayouts/slideLayout3.xml" Id="Re08129097cda4093" /><Relationship Type="http://schemas.openxmlformats.org/officeDocument/2006/relationships/slideLayout" Target="/ppt/slideLayouts/slideLayout4.xml" Id="R4071b6da675741d4" /><Relationship Type="http://schemas.openxmlformats.org/officeDocument/2006/relationships/slideLayout" Target="/ppt/slideLayouts/slideLayout5.xml" Id="R12b72073f7f94be7" /><Relationship Type="http://schemas.openxmlformats.org/officeDocument/2006/relationships/slideLayout" Target="/ppt/slideLayouts/slideLayout6.xml" Id="R96bc382cb87f4ee1" /><Relationship Type="http://schemas.openxmlformats.org/officeDocument/2006/relationships/slideLayout" Target="/ppt/slideLayouts/slideLayout7.xml" Id="R29a334aa4a0949ad" /><Relationship Type="http://schemas.openxmlformats.org/officeDocument/2006/relationships/slideLayout" Target="/ppt/slideLayouts/slideLayout8.xml" Id="Rd4c7172a8cba46cf" /><Relationship Type="http://schemas.openxmlformats.org/officeDocument/2006/relationships/slideLayout" Target="/ppt/slideLayouts/slideLayout9.xml" Id="R1f168a5273054feb" /><Relationship Type="http://schemas.openxmlformats.org/officeDocument/2006/relationships/slideLayout" Target="/ppt/slideLayouts/slideLayout10.xml" Id="Rda0e2ba852fc4797" /><Relationship Type="http://schemas.openxmlformats.org/officeDocument/2006/relationships/slideLayout" Target="/ppt/slideLayouts/slideLayout11.xml" Id="Rbe44d8f336fd4668" /></Relationships>
</file>

<file path=ppt/slideMasters/slideMaster1.xml><?xml version="1.0" encoding="utf-8"?>
<p:sld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Title Placeholder 1">
            <a:extLst xmlns:a="http://schemas.openxmlformats.org/drawingml/2006/main">
              <a:ext uri="{FF2B5EF4-FFF2-40B4-BE49-F238E27FC236}">
                <a16:creationId xmlns:a16="http://schemas.microsoft.com/office/drawing/2014/main" id="{B366399F-5E11-47A7-8551-64C17E2EFB5C}"/>
              </a:ext>
            </a:extLst>
          </p:cNvPr>
          <p:cNvSpPr>
            <a:spLocks xmlns:a="http://schemas.openxmlformats.org/drawingml/2006/main" noGrp="1"/>
          </p:cNvSpPr>
          <p:nvPr>
            <p:ph type="title" idx="0"/>
          </p:nvPr>
        </p:nvSpPr>
        <p:spPr>
          <a:xfrm xmlns:a="http://schemas.openxmlformats.org/drawingml/2006/main">
            <a:off x="838200" y="365125"/>
            <a:ext cx="10515600" cy="1325563"/>
          </a:xfrm>
          <a:prstGeom xmlns:a="http://schemas.openxmlformats.org/drawingml/2006/main" prst="rect">
            <a:avLst/>
          </a:prstGeom>
        </p:spPr>
        <p:txBody>
          <a:bodyPr xmlns:a="http://schemas.openxmlformats.org/drawingml/2006/main" vert="horz" lIns="91440" tIns="45720" rIns="91440" bIns="45720" anchor="ctr">
            <a:normAutofit/>
          </a:bodyPr>
          <a:lstStyle xmlns:a="http://schemas.openxmlformats.org/drawingml/2006/main"/>
          <a:p xmlns:a="http://schemas.openxmlformats.org/drawingml/2006/main">
            <a:r>
              <a:t>Click to edit Master title style</a:t>
            </a:r>
          </a:p>
        </p:txBody>
      </p:sp>
      <p:sp>
        <p:nvSpPr>
          <p:cNvPr id="3" name="Text Placeholder 2">
            <a:extLst xmlns:a="http://schemas.openxmlformats.org/drawingml/2006/main">
              <a:ext uri="{FF2B5EF4-FFF2-40B4-BE49-F238E27FC236}">
                <a16:creationId xmlns:a16="http://schemas.microsoft.com/office/drawing/2014/main" id="{95387621-6FDB-4110-9E37-BF44D2700F6A}"/>
              </a:ext>
            </a:extLst>
          </p:cNvPr>
          <p:cNvSpPr>
            <a:spLocks xmlns:a="http://schemas.openxmlformats.org/drawingml/2006/main" noGrp="1"/>
          </p:cNvSpPr>
          <p:nvPr>
            <p:ph type="body" idx="1"/>
          </p:nvPr>
        </p:nvSpPr>
        <p:spPr>
          <a:xfrm xmlns:a="http://schemas.openxmlformats.org/drawingml/2006/main">
            <a:off x="838200" y="1825625"/>
            <a:ext cx="10515600" cy="4351338"/>
          </a:xfrm>
          <a:prstGeom xmlns:a="http://schemas.openxmlformats.org/drawingml/2006/main" prst="rect">
            <a:avLst/>
          </a:prstGeom>
        </p:spPr>
        <p:txBody>
          <a:bodyPr xmlns:a="http://schemas.openxmlformats.org/drawingml/2006/main" vert="horz" lIns="91440" tIns="45720" rIns="91440" bIns="45720">
            <a:normAutofit/>
          </a:bodyPr>
          <a:lstStyle xmlns:a="http://schemas.openxmlformats.org/drawingml/2006/main"/>
          <a:p xmlns:a="http://schemas.openxmlformats.org/drawingml/2006/main">
            <a:pPr>
              <a:buNone/>
            </a:pPr>
            <a:r>
              <a:t>Edit Master text styles</a:t>
            </a:r>
          </a:p>
          <a:p xmlns:a="http://schemas.openxmlformats.org/drawingml/2006/main">
            <a:pPr>
              <a:buNone/>
            </a:pPr>
            <a:r>
              <a:t>Second level</a:t>
            </a:r>
          </a:p>
          <a:p xmlns:a="http://schemas.openxmlformats.org/drawingml/2006/main">
            <a:pPr>
              <a:buNone/>
            </a:pPr>
            <a:r>
              <a:t>Third level</a:t>
            </a:r>
          </a:p>
          <a:p xmlns:a="http://schemas.openxmlformats.org/drawingml/2006/main">
            <a:pPr>
              <a:buNone/>
            </a:pPr>
            <a:r>
              <a:t>Fourth level</a:t>
            </a:r>
          </a:p>
          <a:p xmlns:a="http://schemas.openxmlformats.org/drawingml/2006/main">
            <a:pPr>
              <a:buNone/>
            </a:pPr>
            <a:r>
              <a:t>Fifth level</a:t>
            </a:r>
          </a:p>
        </p:txBody>
      </p:sp>
      <p:sp>
        <p:nvSpPr>
          <p:cNvPr id="4" name="Date Placeholder 3">
            <a:extLst xmlns:a="http://schemas.openxmlformats.org/drawingml/2006/main">
              <a:ext uri="{FF2B5EF4-FFF2-40B4-BE49-F238E27FC236}">
                <a16:creationId xmlns:a16="http://schemas.microsoft.com/office/drawing/2014/main" id="{33FE0A18-88E6-48AF-B5D0-EF7CB2DFD1F0}"/>
              </a:ext>
            </a:extLst>
          </p:cNvPr>
          <p:cNvSpPr>
            <a:spLocks xmlns:a="http://schemas.openxmlformats.org/drawingml/2006/main" noGrp="1"/>
          </p:cNvSpPr>
          <p:nvPr>
            <p:ph type="dt" idx="2"/>
          </p:nvPr>
        </p:nvSpPr>
        <p:spPr>
          <a:xfrm xmlns:a="http://schemas.openxmlformats.org/drawingml/2006/main">
            <a:off x="838200" y="6356350"/>
            <a:ext cx="2743200" cy="365125"/>
          </a:xfrm>
          <a:prstGeom xmlns:a="http://schemas.openxmlformats.org/drawingml/2006/main" prst="rect">
            <a:avLst/>
          </a:prstGeom>
        </p:spPr>
        <p:txBody>
          <a:bodyPr xmlns:a="http://schemas.openxmlformats.org/drawingml/2006/main" vert="horz" lIns="91440" tIns="45720" rIns="91440" bIns="45720" anchor="ctr"/>
          <a:lstStyle xmlns:a="http://schemas.openxmlformats.org/drawingml/2006/main">
            <a:lvl1pPr algn="l">
              <a:buNone/>
              <a:defRPr sz="1200">
                <a:solidFill>
                  <a:schemeClr val="tx1">
                    <a:tint val="75000"/>
                  </a:schemeClr>
                </a:solidFill>
              </a:defRPr>
            </a:lvl1pPr>
          </a:lstStyle>
          <a:p xmlns:a="http://schemas.openxmlformats.org/drawingml/2006/main">
            <a:fld id="{3C584817-E9A0-4770-B89E-96C05E3C3D4E}" type="datetimeFigureOut">
              <a:t>05-05-2026</a:t>
            </a:fld>
          </a:p>
        </p:txBody>
      </p:sp>
      <p:sp>
        <p:nvSpPr>
          <p:cNvPr id="5" name="Footer Placeholder 4">
            <a:extLst xmlns:a="http://schemas.openxmlformats.org/drawingml/2006/main">
              <a:ext uri="{FF2B5EF4-FFF2-40B4-BE49-F238E27FC236}">
                <a16:creationId xmlns:a16="http://schemas.microsoft.com/office/drawing/2014/main" id="{33AD249A-BA77-4AAB-8581-360BA197EC9A}"/>
              </a:ext>
            </a:extLst>
          </p:cNvPr>
          <p:cNvSpPr>
            <a:spLocks xmlns:a="http://schemas.openxmlformats.org/drawingml/2006/main" noGrp="1"/>
          </p:cNvSpPr>
          <p:nvPr>
            <p:ph type="ftr" idx="3"/>
          </p:nvPr>
        </p:nvSpPr>
        <p:spPr>
          <a:xfrm xmlns:a="http://schemas.openxmlformats.org/drawingml/2006/main">
            <a:off x="4038600" y="6356350"/>
            <a:ext cx="4114800" cy="365125"/>
          </a:xfrm>
          <a:prstGeom xmlns:a="http://schemas.openxmlformats.org/drawingml/2006/main" prst="rect">
            <a:avLst/>
          </a:prstGeom>
        </p:spPr>
        <p:txBody>
          <a:bodyPr xmlns:a="http://schemas.openxmlformats.org/drawingml/2006/main" vert="horz" lIns="91440" tIns="45720" rIns="91440" bIns="45720" anchor="ctr"/>
          <a:lstStyle xmlns:a="http://schemas.openxmlformats.org/drawingml/2006/main">
            <a:lvl1pPr algn="ctr">
              <a:buNone/>
              <a:defRPr sz="1200">
                <a:solidFill>
                  <a:schemeClr val="tx1">
                    <a:tint val="75000"/>
                  </a:schemeClr>
                </a:solidFill>
              </a:defRPr>
            </a:lvl1pPr>
          </a:lstStyle>
          <a:p xmlns:a="http://schemas.openxmlformats.org/drawingml/2006/main"/>
        </p:txBody>
      </p:sp>
      <p:sp>
        <p:nvSpPr>
          <p:cNvPr id="6" name="Slide Number Placeholder 5">
            <a:extLst xmlns:a="http://schemas.openxmlformats.org/drawingml/2006/main">
              <a:ext uri="{FF2B5EF4-FFF2-40B4-BE49-F238E27FC236}">
                <a16:creationId xmlns:a16="http://schemas.microsoft.com/office/drawing/2014/main" id="{CE044631-8C8D-4675-82E7-BA433E731174}"/>
              </a:ext>
            </a:extLst>
          </p:cNvPr>
          <p:cNvSpPr>
            <a:spLocks xmlns:a="http://schemas.openxmlformats.org/drawingml/2006/main" noGrp="1"/>
          </p:cNvSpPr>
          <p:nvPr>
            <p:ph type="sldNum" idx="4"/>
          </p:nvPr>
        </p:nvSpPr>
        <p:spPr>
          <a:xfrm xmlns:a="http://schemas.openxmlformats.org/drawingml/2006/main">
            <a:off x="8610600" y="6356350"/>
            <a:ext cx="2743200" cy="365125"/>
          </a:xfrm>
          <a:prstGeom xmlns:a="http://schemas.openxmlformats.org/drawingml/2006/main" prst="rect">
            <a:avLst/>
          </a:prstGeom>
        </p:spPr>
        <p:txBody>
          <a:bodyPr xmlns:a="http://schemas.openxmlformats.org/drawingml/2006/main" vert="horz" lIns="91440" tIns="45720" rIns="91440" bIns="45720" anchor="ctr"/>
          <a:lstStyle xmlns:a="http://schemas.openxmlformats.org/drawingml/2006/main">
            <a:lvl1pPr algn="r">
              <a:buNone/>
              <a:defRPr sz="1200">
                <a:solidFill>
                  <a:schemeClr val="tx1">
                    <a:tint val="75000"/>
                  </a:schemeClr>
                </a:solidFill>
              </a:defRPr>
            </a:lvl1pPr>
          </a:lstStyle>
          <a:p xmlns:a="http://schemas.openxmlformats.org/drawingml/2006/main">
            <a:fld id="{13BD5638-A4C1-4A69-8A37-4B920E587895}" type="slidenum">
              <a:t>‹#›</a:t>
            </a:fld>
          </a:p>
        </p:txBody>
      </p:sp>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0070dd5dc31d4f77"/>
    <p:sldLayoutId xmlns:r="http://schemas.openxmlformats.org/officeDocument/2006/relationships" id="2147483650" r:id="Rd1cb48b1842b40b0"/>
    <p:sldLayoutId xmlns:r="http://schemas.openxmlformats.org/officeDocument/2006/relationships" id="2147483651" r:id="Re08129097cda4093"/>
    <p:sldLayoutId xmlns:r="http://schemas.openxmlformats.org/officeDocument/2006/relationships" id="2147483652" r:id="R4071b6da675741d4"/>
    <p:sldLayoutId xmlns:r="http://schemas.openxmlformats.org/officeDocument/2006/relationships" id="2147483653" r:id="R12b72073f7f94be7"/>
    <p:sldLayoutId xmlns:r="http://schemas.openxmlformats.org/officeDocument/2006/relationships" id="2147483654" r:id="R96bc382cb87f4ee1"/>
    <p:sldLayoutId xmlns:r="http://schemas.openxmlformats.org/officeDocument/2006/relationships" id="2147483655" r:id="R29a334aa4a0949ad"/>
    <p:sldLayoutId xmlns:r="http://schemas.openxmlformats.org/officeDocument/2006/relationships" id="2147483656" r:id="Rd4c7172a8cba46cf"/>
    <p:sldLayoutId xmlns:r="http://schemas.openxmlformats.org/officeDocument/2006/relationships" id="2147483657" r:id="R1f168a5273054feb"/>
    <p:sldLayoutId xmlns:r="http://schemas.openxmlformats.org/officeDocument/2006/relationships" id="2147483658" r:id="Rda0e2ba852fc4797"/>
    <p:sldLayoutId xmlns:r="http://schemas.openxmlformats.org/officeDocument/2006/relationships" id="2147483659" r:id="Rbe44d8f336fd4668"/>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6a7cec313c4740d4" /><Relationship Type="http://schemas.openxmlformats.org/officeDocument/2006/relationships/image" Target="/ppt/media/image.jpeg" Id="Re460143278984baa" /><Relationship Type="http://schemas.openxmlformats.org/officeDocument/2006/relationships/notesSlide" Target="/ppt/notesSlides/notesSlide1.xml" Id="Re3467cd70e5c4986"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840fb54d0796458d" /><Relationship Type="http://schemas.openxmlformats.org/officeDocument/2006/relationships/image" Target="/ppt/media/image.png" Id="R5945da6565af49fb" /><Relationship Type="http://schemas.openxmlformats.org/officeDocument/2006/relationships/notesSlide" Target="/ppt/notesSlides/notesSlide2.xml" Id="Ra6a25986ffde439b" /></Relationships>
</file>

<file path=ppt/slides/_rels/slide3.xml.rels>&#65279;<?xml version="1.0" encoding="utf-8"?><Relationships xmlns="http://schemas.openxmlformats.org/package/2006/relationships"><Relationship Type="http://schemas.openxmlformats.org/officeDocument/2006/relationships/slideLayout" Target="/ppt/slideLayouts/slideLayout2.xml" Id="R0597381952894d1e" /><Relationship Type="http://schemas.openxmlformats.org/officeDocument/2006/relationships/notesSlide" Target="/ppt/notesSlides/notesSlide3.xml" Id="R7497dea057a648a4" /></Relationships>
</file>

<file path=ppt/slides/_rels/slide4.xml.rels>&#65279;<?xml version="1.0" encoding="utf-8"?><Relationships xmlns="http://schemas.openxmlformats.org/package/2006/relationships"><Relationship Type="http://schemas.openxmlformats.org/officeDocument/2006/relationships/slideLayout" Target="/ppt/slideLayouts/slideLayout2.xml" Id="R207cb9c7d6dd4a91" /><Relationship Type="http://schemas.openxmlformats.org/officeDocument/2006/relationships/notesSlide" Target="/ppt/notesSlides/notesSlide4.xml" Id="Ra473523d89fe4c49" /></Relationships>
</file>

<file path=ppt/slides/_rels/slide5.xml.rels>&#65279;<?xml version="1.0" encoding="utf-8"?><Relationships xmlns="http://schemas.openxmlformats.org/package/2006/relationships"><Relationship Type="http://schemas.openxmlformats.org/officeDocument/2006/relationships/slideLayout" Target="/ppt/slideLayouts/slideLayout2.xml" Id="R770984f7bce842bf" /><Relationship Type="http://schemas.openxmlformats.org/officeDocument/2006/relationships/notesSlide" Target="/ppt/notesSlides/notesSlide5.xml" Id="R12ab89376b514d53" /></Relationships>
</file>

<file path=ppt/slides/_rels/slide6.xml.rels>&#65279;<?xml version="1.0" encoding="utf-8"?><Relationships xmlns="http://schemas.openxmlformats.org/package/2006/relationships"><Relationship Type="http://schemas.openxmlformats.org/officeDocument/2006/relationships/slideLayout" Target="/ppt/slideLayouts/slideLayout2.xml" Id="R9be6c65a809f446d" /><Relationship Type="http://schemas.openxmlformats.org/officeDocument/2006/relationships/notesSlide" Target="/ppt/notesSlides/notesSlide6.xml" Id="Rc5a0c09916f34ab0" /></Relationships>
</file>

<file path=ppt/slides/_rels/slide7.xml.rels>&#65279;<?xml version="1.0" encoding="utf-8"?><Relationships xmlns="http://schemas.openxmlformats.org/package/2006/relationships"><Relationship Type="http://schemas.openxmlformats.org/officeDocument/2006/relationships/slideLayout" Target="/ppt/slideLayouts/slideLayout2.xml" Id="R049de87ce9cd4ac5" /><Relationship Type="http://schemas.openxmlformats.org/officeDocument/2006/relationships/notesSlide" Target="/ppt/notesSlides/notesSlide7.xml" Id="R4a93b75a605f46fc" /></Relationships>
</file>

<file path=ppt/slides/_rels/slide8.xml.rels>&#65279;<?xml version="1.0" encoding="utf-8"?><Relationships xmlns="http://schemas.openxmlformats.org/package/2006/relationships"><Relationship Type="http://schemas.openxmlformats.org/officeDocument/2006/relationships/slideLayout" Target="/ppt/slideLayouts/slideLayout2.xml" Id="Re53c5ba81d144357" /><Relationship Type="http://schemas.openxmlformats.org/officeDocument/2006/relationships/notesSlide" Target="/ppt/notesSlides/notesSlide8.xml" Id="R9e050ffff1dc435c" /></Relationships>
</file>

<file path=ppt/slides/_rels/slide9.xml.rels>&#65279;<?xml version="1.0" encoding="utf-8"?><Relationships xmlns="http://schemas.openxmlformats.org/package/2006/relationships"><Relationship Type="http://schemas.openxmlformats.org/officeDocument/2006/relationships/slideLayout" Target="/ppt/slideLayouts/slideLayout2.xml" Id="Rae856670b3dd4bdc" /><Relationship Type="http://schemas.openxmlformats.org/officeDocument/2006/relationships/notesSlide" Target="/ppt/notesSlides/notesSlide9.xml" Id="Rab3f94177bd64166" /></Relationships>
</file>

<file path=ppt/slides/_rels/slide10.xml.rels>&#65279;<?xml version="1.0" encoding="utf-8"?><Relationships xmlns="http://schemas.openxmlformats.org/package/2006/relationships"><Relationship Type="http://schemas.openxmlformats.org/officeDocument/2006/relationships/slideLayout" Target="/ppt/slideLayouts/slideLayout2.xml" Id="R0884fea2c7cc4352" /><Relationship Type="http://schemas.openxmlformats.org/officeDocument/2006/relationships/notesSlide" Target="/ppt/notesSlides/notesSlide10.xml" Id="Re555c67f3d0a4f08" /></Relationships>
</file>

<file path=ppt/slides/_rels/slide11.xml.rels>&#65279;<?xml version="1.0" encoding="utf-8"?><Relationships xmlns="http://schemas.openxmlformats.org/package/2006/relationships"><Relationship Type="http://schemas.openxmlformats.org/officeDocument/2006/relationships/slideLayout" Target="/ppt/slideLayouts/slideLayout2.xml" Id="R58345beffc4149de" /><Relationship Type="http://schemas.openxmlformats.org/officeDocument/2006/relationships/notesSlide" Target="/ppt/notesSlides/notesSlide11.xml" Id="R6e1d5b10bfb04025" /></Relationships>
</file>

<file path=ppt/slides/_rels/slide12.xml.rels>&#65279;<?xml version="1.0" encoding="utf-8"?><Relationships xmlns="http://schemas.openxmlformats.org/package/2006/relationships"><Relationship Type="http://schemas.openxmlformats.org/officeDocument/2006/relationships/slideLayout" Target="/ppt/slideLayouts/slideLayout2.xml" Id="Rbbd8fb30b46b4087" /><Relationship Type="http://schemas.openxmlformats.org/officeDocument/2006/relationships/notesSlide" Target="/ppt/notesSlides/notesSlide12.xml" Id="R1630a22f4e2c471f" /></Relationships>
</file>

<file path=ppt/slides/_rels/slide13.xml.rels>&#65279;<?xml version="1.0" encoding="utf-8"?><Relationships xmlns="http://schemas.openxmlformats.org/package/2006/relationships"><Relationship Type="http://schemas.openxmlformats.org/officeDocument/2006/relationships/slideLayout" Target="/ppt/slideLayouts/slideLayout2.xml" Id="Rc54baa230cf34438" /><Relationship Type="http://schemas.openxmlformats.org/officeDocument/2006/relationships/notesSlide" Target="/ppt/notesSlides/notesSlide13.xml" Id="Ra0066b9d9b9b4ece" /></Relationships>
</file>

<file path=ppt/slides/_rels/slide14.xml.rels>&#65279;<?xml version="1.0" encoding="utf-8"?><Relationships xmlns="http://schemas.openxmlformats.org/package/2006/relationships"><Relationship Type="http://schemas.openxmlformats.org/officeDocument/2006/relationships/slideLayout" Target="/ppt/slideLayouts/slideLayout2.xml" Id="Rf7fec87d45914950" /><Relationship Type="http://schemas.openxmlformats.org/officeDocument/2006/relationships/notesSlide" Target="/ppt/notesSlides/notesSlide14.xml" Id="Re3c34cdb1dcc444a" /></Relationships>
</file>

<file path=ppt/slides/_rels/slide15.xml.rels>&#65279;<?xml version="1.0" encoding="utf-8"?><Relationships xmlns="http://schemas.openxmlformats.org/package/2006/relationships"><Relationship Type="http://schemas.openxmlformats.org/officeDocument/2006/relationships/slideLayout" Target="/ppt/slideLayouts/slideLayout2.xml" Id="Re87084013c7e4589" /><Relationship Type="http://schemas.openxmlformats.org/officeDocument/2006/relationships/notesSlide" Target="/ppt/notesSlides/notesSlide15.xml" Id="Ra7f51caf59c14939" /></Relationships>
</file>

<file path=ppt/slides/_rels/slide16.xml.rels>&#65279;<?xml version="1.0" encoding="utf-8"?><Relationships xmlns="http://schemas.openxmlformats.org/package/2006/relationships"><Relationship Type="http://schemas.openxmlformats.org/officeDocument/2006/relationships/slideLayout" Target="/ppt/slideLayouts/slideLayout2.xml" Id="Rcc4d4461a76c4d6f" /><Relationship Type="http://schemas.openxmlformats.org/officeDocument/2006/relationships/notesSlide" Target="/ppt/notesSlides/notesSlide16.xml" Id="R1b148e8b78cc4006" /></Relationships>
</file>

<file path=ppt/slides/_rels/slide17.xml.rels>&#65279;<?xml version="1.0" encoding="utf-8"?><Relationships xmlns="http://schemas.openxmlformats.org/package/2006/relationships"><Relationship Type="http://schemas.openxmlformats.org/officeDocument/2006/relationships/slideLayout" Target="/ppt/slideLayouts/slideLayout2.xml" Id="Rb1e69f7160dd46ad" /><Relationship Type="http://schemas.openxmlformats.org/officeDocument/2006/relationships/notesSlide" Target="/ppt/notesSlides/notesSlide17.xml" Id="R619e4ff3fb594241" /></Relationships>
</file>

<file path=ppt/slides/_rels/slide18.xml.rels>&#65279;<?xml version="1.0" encoding="utf-8"?><Relationships xmlns="http://schemas.openxmlformats.org/package/2006/relationships"><Relationship Type="http://schemas.openxmlformats.org/officeDocument/2006/relationships/slideLayout" Target="/ppt/slideLayouts/slideLayout2.xml" Id="R9784f4ba56aa4678" /><Relationship Type="http://schemas.openxmlformats.org/officeDocument/2006/relationships/notesSlide" Target="/ppt/notesSlides/notesSlide18.xml" Id="R0ccd67611cb143f1" /></Relationships>
</file>

<file path=ppt/slides/_rels/slide19.xml.rels>&#65279;<?xml version="1.0" encoding="utf-8"?><Relationships xmlns="http://schemas.openxmlformats.org/package/2006/relationships"><Relationship Type="http://schemas.openxmlformats.org/officeDocument/2006/relationships/slideLayout" Target="/ppt/slideLayouts/slideLayout2.xml" Id="R075618b2d52040bc" /><Relationship Type="http://schemas.openxmlformats.org/officeDocument/2006/relationships/image" Target="/ppt/media/image2.jpeg" Id="R27983f69d5a5453d" /><Relationship Type="http://schemas.openxmlformats.org/officeDocument/2006/relationships/image" Target="/ppt/media/image3.jpeg" Id="Rb8ae9aad30e44822" /><Relationship Type="http://schemas.openxmlformats.org/officeDocument/2006/relationships/notesSlide" Target="/ppt/notesSlides/notesSlide19.xml" Id="Rbac004f8659247d9" /></Relationships>
</file>

<file path=ppt/slides/_rels/slide20.xml.rels>&#65279;<?xml version="1.0" encoding="utf-8"?><Relationships xmlns="http://schemas.openxmlformats.org/package/2006/relationships"><Relationship Type="http://schemas.openxmlformats.org/officeDocument/2006/relationships/slideLayout" Target="/ppt/slideLayouts/slideLayout2.xml" Id="R959b2342cd634c38" /><Relationship Type="http://schemas.openxmlformats.org/officeDocument/2006/relationships/image" Target="/ppt/media/image2.png" Id="R992a51d1154a45d7" /><Relationship Type="http://schemas.openxmlformats.org/officeDocument/2006/relationships/notesSlide" Target="/ppt/notesSlides/notesSlide20.xml" Id="R9322c4a2a2a64ff0" /></Relationships>
</file>

<file path=ppt/slides/slide1.xml><?xml version="1.0" encoding="utf-8"?>
<p:sld xmlns:p="http://schemas.openxmlformats.org/presentationml/2006/main">
  <p:cSld>
    <p:spTree>
      <p:nvGrpSpPr>
        <p:cNvPr id="1" name=""/>
        <p:cNvGrpSpPr/>
        <p:nvPr/>
      </p:nvGrpSpPr>
      <p:grpSpPr>
        <a:xfrm xmlns:a="http://schemas.openxmlformats.org/drawingml/2006/main"/>
      </p:grpSpPr>
      <p:pic>
        <p:nvPicPr>
          <p:cNvPr id="2" name="Picture 3"/>
          <p:cNvPicPr>
            <a:picLocks xmlns:a="http://schemas.openxmlformats.org/drawingml/2006/main" noChangeAspect="1"/>
          </p:cNvPicPr>
          <p:nvPr/>
        </p:nvPicPr>
        <p:blipFill>
          <a:blip xmlns:r="http://schemas.openxmlformats.org/officeDocument/2006/relationships" xmlns:a="http://schemas.openxmlformats.org/drawingml/2006/main" r:embed="Re460143278984baa"/>
          <a:stretch xmlns:a="http://schemas.openxmlformats.org/drawingml/2006/main">
            <a:fillRect l="0" t="0" r="0" b="0"/>
          </a:stretch>
        </p:blipFill>
        <p:spPr>
          <a:xfrm xmlns:a="http://schemas.openxmlformats.org/drawingml/2006/main">
            <a:off x="1223492" y="412125"/>
            <a:ext cx="9865217" cy="5550794"/>
          </a:xfrm>
          <a:prstGeom xmlns:a="http://schemas.openxmlformats.org/drawingml/2006/main" prst="rect">
            <a:avLst/>
          </a:prstGeom>
        </p:spPr>
      </p:pic>
    </p:spTree>
    <p:extLst>
      <p:ext uri="{BB962C8B-B14F-4D97-AF65-F5344CB8AC3E}">
        <p14:creationId xmlns:p14="http://schemas.microsoft.com/office/powerpoint/2010/main" val="3363819671"/>
      </p:ext>
    </p:extLst>
  </p:cSld>
</p:sld>
</file>

<file path=ppt/slides/slide2.xml><?xml version="1.0" encoding="utf-8"?>
<p:sld xmlns:p="http://schemas.openxmlformats.org/presentationml/2006/main">
  <p:cSld>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E2E2526C-2482-41A5-8791-F22DD3A8C3C4}"/>
              </a:ext>
            </a:extLst>
          </p:cNvPr>
          <p:cNvSpPr>
            <a:spLocks xmlns:a="http://schemas.openxmlformats.org/drawingml/2006/main" noGrp="1"/>
          </p:cNvSpPr>
          <p:nvPr>
            <p:ph type="ctrTitle" idx="0"/>
          </p:nvPr>
        </p:nvSpPr>
        <p:spPr>
          <a:xfrm xmlns:a="http://schemas.openxmlformats.org/drawingml/2006/main">
            <a:off x="1161028" y="2236396"/>
            <a:ext cx="9144000" cy="697303"/>
          </a:xfrm>
        </p:spPr>
        <p:txBody>
          <a:bodyPr xmlns:a="http://schemas.openxmlformats.org/drawingml/2006/main">
            <a:normAutofit fontScale="81841"/>
          </a:bodyPr>
          <a:lstStyle xmlns:a="http://schemas.openxmlformats.org/drawingml/2006/main"/>
          <a:p xmlns:a="http://schemas.openxmlformats.org/drawingml/2006/main">
            <a:r>
              <a:rPr sz="3600" b="1">
                <a:latin typeface="Arial"/>
                <a:ea typeface="Arial"/>
                <a:cs typeface="Arial"/>
              </a:rPr>
              <a:t>AIRA - Artificial Intelligence Requirement Analyzer</a:t>
            </a:r>
          </a:p>
        </p:txBody>
      </p:sp>
      <p:sp>
        <p:nvSpPr>
          <p:cNvPr id="3" name="Subtitle 2">
            <a:extLst xmlns:a="http://schemas.openxmlformats.org/drawingml/2006/main">
              <a:ext uri="{FF2B5EF4-FFF2-40B4-BE49-F238E27FC236}">
                <a16:creationId xmlns:a16="http://schemas.microsoft.com/office/drawing/2014/main" id="{438E9E97-08CB-4991-81EE-879073C25739}"/>
              </a:ext>
            </a:extLst>
          </p:cNvPr>
          <p:cNvSpPr>
            <a:spLocks xmlns:a="http://schemas.openxmlformats.org/drawingml/2006/main" noGrp="1"/>
          </p:cNvSpPr>
          <p:nvPr>
            <p:ph type="subTitle" idx="1"/>
          </p:nvPr>
        </p:nvSpPr>
        <p:spPr>
          <a:xfrm xmlns:a="http://schemas.openxmlformats.org/drawingml/2006/main">
            <a:off x="2886075" y="4004106"/>
            <a:ext cx="5981699" cy="1333835"/>
          </a:xfrm>
        </p:spPr>
        <p:txBody>
          <a:bodyPr xmlns:a="http://schemas.openxmlformats.org/drawingml/2006/main">
            <a:normAutofit fontScale="87225"/>
          </a:bodyPr>
          <a:lstStyle xmlns:a="http://schemas.openxmlformats.org/drawingml/2006/main"/>
          <a:p xmlns:a="http://schemas.openxmlformats.org/drawingml/2006/main">
            <a:pPr algn="l">
              <a:buNone/>
            </a:pPr>
            <a:r>
              <a:t>Nayab Nazir</a:t>
            </a:r>
          </a:p>
          <a:p xmlns:a="http://schemas.openxmlformats.org/drawingml/2006/main">
            <a:pPr algn="l">
              <a:buNone/>
            </a:pPr>
            <a:r>
              <a:t>Laiba Arshad</a:t>
            </a:r>
          </a:p>
          <a:p xmlns:a="http://schemas.openxmlformats.org/drawingml/2006/main">
            <a:pPr algn="l">
              <a:buNone/>
            </a:pPr>
            <a:r>
              <a:t>Alishba Rustam</a:t>
            </a:r>
          </a:p>
        </p:txBody>
      </p:sp>
      <p:sp>
        <p:nvSpPr>
          <p:cNvPr id="6" name="Rectangle 5">
            <a:extLst xmlns:a="http://schemas.openxmlformats.org/drawingml/2006/main">
              <a:ext uri="{FF2B5EF4-FFF2-40B4-BE49-F238E27FC236}">
                <a16:creationId xmlns:a16="http://schemas.microsoft.com/office/drawing/2014/main" id="{D1201C8E-DE87-47E5-8545-7BDDEBAB3C86}"/>
              </a:ext>
            </a:extLst>
          </p:cNvPr>
          <p:cNvSpPr>
            <a:spLocks xmlns:a="http://schemas.openxmlformats.org/drawingml/2006/main" noGrp="1"/>
          </p:cNvSpPr>
          <p:nvPr/>
        </p:nvSpPr>
        <p:spPr>
          <a:xfrm xmlns:a="http://schemas.openxmlformats.org/drawingml/2006/main">
            <a:off x="895350" y="650513"/>
            <a:ext cx="8889546" cy="892552"/>
          </a:xfrm>
          <a:prstGeom xmlns:a="http://schemas.openxmlformats.org/drawingml/2006/main" prst="rect">
            <a:avLst/>
          </a:prstGeom>
          <a:solidFill xmlns:a="http://schemas.openxmlformats.org/drawingml/2006/main">
            <a:srgbClr val="0070C0"/>
          </a:solidFill>
        </p:spPr>
        <p:txBody>
          <a:bodyPr xmlns:a="http://schemas.openxmlformats.org/drawingml/2006/main" wrap="square">
            <a:spAutoFit/>
          </a:bodyPr>
          <a:lstStyle xmlns:a="http://schemas.openxmlformats.org/drawingml/2006/main"/>
          <a:p xmlns:a="http://schemas.openxmlformats.org/drawingml/2006/main">
            <a:pPr algn="ctr">
              <a:buNone/>
            </a:pPr>
            <a:r>
              <a:rPr sz="2800" b="1">
                <a:solidFill>
                  <a:schemeClr val="bg1"/>
                </a:solidFill>
                <a:effectLst>
                  <a:outerShdw blurRad="38100" dist="38100" dir="2700000" algn="tl">
                    <a:srgbClr val="000000">
                      <a:alpha val="43137"/>
                    </a:srgbClr>
                  </a:outerShdw>
                </a:effectLst>
                <a:latin typeface="Old English Text MT"/>
                <a:ea typeface="Old English Text MT"/>
                <a:cs typeface="Old English Text MT"/>
              </a:rPr>
              <a:t>T</a:t>
            </a:r>
            <a:r>
              <a:rPr sz="2800" b="1">
                <a:solidFill>
                  <a:schemeClr val="bg1"/>
                </a:solidFill>
                <a:effectLst>
                  <a:outerShdw blurRad="38100" dist="38100" dir="2700000" algn="tl">
                    <a:srgbClr val="000000">
                      <a:alpha val="43137"/>
                    </a:srgbClr>
                  </a:outerShdw>
                </a:effectLst>
                <a:latin typeface="Bell MT"/>
                <a:ea typeface="Bell MT"/>
                <a:cs typeface="Bell MT"/>
              </a:rPr>
              <a:t>he </a:t>
            </a:r>
            <a:r>
              <a:rPr sz="2800" b="1">
                <a:solidFill>
                  <a:schemeClr val="bg1"/>
                </a:solidFill>
                <a:effectLst>
                  <a:outerShdw blurRad="38100" dist="38100" dir="2700000" algn="tl">
                    <a:srgbClr val="000000">
                      <a:alpha val="43137"/>
                    </a:srgbClr>
                  </a:outerShdw>
                </a:effectLst>
                <a:latin typeface="Old English Text MT"/>
                <a:ea typeface="Old English Text MT"/>
                <a:cs typeface="Old English Text MT"/>
              </a:rPr>
              <a:t>U</a:t>
            </a:r>
            <a:r>
              <a:rPr sz="2800" b="1">
                <a:solidFill>
                  <a:schemeClr val="bg1"/>
                </a:solidFill>
                <a:effectLst>
                  <a:outerShdw blurRad="38100" dist="38100" dir="2700000" algn="tl">
                    <a:srgbClr val="000000">
                      <a:alpha val="43137"/>
                    </a:srgbClr>
                  </a:outerShdw>
                </a:effectLst>
                <a:latin typeface="Bell MT"/>
                <a:ea typeface="Bell MT"/>
                <a:cs typeface="Bell MT"/>
              </a:rPr>
              <a:t>niversity </a:t>
            </a:r>
            <a:r>
              <a:rPr sz="2800" b="1">
                <a:solidFill>
                  <a:schemeClr val="bg1"/>
                </a:solidFill>
                <a:effectLst>
                  <a:outerShdw blurRad="38100" dist="38100" dir="2700000" algn="tl">
                    <a:srgbClr val="000000">
                      <a:alpha val="43137"/>
                    </a:srgbClr>
                  </a:outerShdw>
                </a:effectLst>
                <a:latin typeface="Old English Text MT"/>
                <a:ea typeface="Old English Text MT"/>
                <a:cs typeface="Old English Text MT"/>
              </a:rPr>
              <a:t>o</a:t>
            </a:r>
            <a:r>
              <a:rPr sz="2800" b="1">
                <a:solidFill>
                  <a:schemeClr val="bg1"/>
                </a:solidFill>
                <a:effectLst>
                  <a:outerShdw blurRad="38100" dist="38100" dir="2700000" algn="tl">
                    <a:srgbClr val="000000">
                      <a:alpha val="43137"/>
                    </a:srgbClr>
                  </a:outerShdw>
                </a:effectLst>
                <a:latin typeface="Bell MT"/>
                <a:ea typeface="Bell MT"/>
                <a:cs typeface="Bell MT"/>
              </a:rPr>
              <a:t>f </a:t>
            </a:r>
            <a:r>
              <a:rPr sz="2800" b="1">
                <a:solidFill>
                  <a:schemeClr val="bg1"/>
                </a:solidFill>
                <a:effectLst>
                  <a:outerShdw blurRad="38100" dist="38100" dir="2700000" algn="tl">
                    <a:srgbClr val="000000">
                      <a:alpha val="43137"/>
                    </a:srgbClr>
                  </a:outerShdw>
                </a:effectLst>
                <a:latin typeface="Old English Text MT"/>
                <a:ea typeface="Old English Text MT"/>
                <a:cs typeface="Old English Text MT"/>
              </a:rPr>
              <a:t>C</a:t>
            </a:r>
            <a:r>
              <a:rPr sz="2800" b="1">
                <a:solidFill>
                  <a:schemeClr val="bg1"/>
                </a:solidFill>
                <a:effectLst>
                  <a:outerShdw blurRad="38100" dist="38100" dir="2700000" algn="tl">
                    <a:srgbClr val="000000">
                      <a:alpha val="43137"/>
                    </a:srgbClr>
                  </a:outerShdw>
                </a:effectLst>
                <a:latin typeface="Bell MT"/>
                <a:ea typeface="Bell MT"/>
                <a:cs typeface="Bell MT"/>
              </a:rPr>
              <a:t>hakwal</a:t>
            </a:r>
          </a:p>
          <a:p xmlns:a="http://schemas.openxmlformats.org/drawingml/2006/main">
            <a:pPr algn="ctr">
              <a:buNone/>
            </a:pPr>
            <a:r>
              <a:rPr sz="2400" b="1">
                <a:solidFill>
                  <a:schemeClr val="bg1"/>
                </a:solidFill>
                <a:effectLst>
                  <a:outerShdw blurRad="38100" dist="38100" dir="2700000" algn="tl">
                    <a:srgbClr val="000000">
                      <a:alpha val="43137"/>
                    </a:srgbClr>
                  </a:outerShdw>
                </a:effectLst>
              </a:rPr>
              <a:t>Department of Computer Science &amp; Information Technology</a:t>
            </a:r>
          </a:p>
        </p:txBody>
      </p:sp>
      <p:sp>
        <p:nvSpPr>
          <p:cNvPr id="12" name="Subtitle 2">
            <a:extLst xmlns:a="http://schemas.openxmlformats.org/drawingml/2006/main">
              <a:ext uri="{FF2B5EF4-FFF2-40B4-BE49-F238E27FC236}">
                <a16:creationId xmlns:a16="http://schemas.microsoft.com/office/drawing/2014/main" id="{667CD651-A785-4510-8A2D-D0D305624EC8}"/>
              </a:ext>
            </a:extLst>
          </p:cNvPr>
          <p:cNvSpPr>
            <a:spLocks xmlns:a="http://schemas.openxmlformats.org/drawingml/2006/main" noGrp="1"/>
          </p:cNvSpPr>
          <p:nvPr/>
        </p:nvSpPr>
        <p:spPr>
          <a:xfrm xmlns:a="http://schemas.openxmlformats.org/drawingml/2006/main">
            <a:off x="2413565" y="6101569"/>
            <a:ext cx="6753225" cy="457200"/>
          </a:xfrm>
          <a:prstGeom xmlns:a="http://schemas.openxmlformats.org/drawingml/2006/main" prst="rect">
            <a:avLst/>
          </a:prstGeom>
        </p:spPr>
        <p:txBody>
          <a:bodyPr xmlns:a="http://schemas.openxmlformats.org/drawingml/2006/main" vert="horz" lIns="45720" rIns="45720">
            <a:noAutofit/>
          </a:bodyPr>
          <a:lstStyle xmlns:a="http://schemas.openxmlformats.org/drawingml/2006/main">
            <a:lvl1pPr marL="0" indent="0" algn="r">
              <a:spcBef>
                <a:spcPts val="400"/>
              </a:spcBef>
              <a:spcAft>
                <a:spcPts val="0"/>
              </a:spcAft>
              <a:buNone/>
              <a:defRPr sz="2700">
                <a:solidFill>
                  <a:schemeClr val="tx2"/>
                </a:solidFill>
                <a:latin typeface="+mn-lt"/>
                <a:ea typeface="+mn-lt"/>
                <a:cs typeface="+mn-lt"/>
              </a:defRPr>
            </a:lvl1pPr>
            <a:lvl2pPr marL="457200" indent="0" algn="ctr">
              <a:spcBef>
                <a:spcPts val="324"/>
              </a:spcBef>
              <a:buNone/>
              <a:defRPr sz="2300">
                <a:solidFill>
                  <a:schemeClr val="tx1"/>
                </a:solidFill>
                <a:latin typeface="+mn-lt"/>
                <a:ea typeface="+mn-lt"/>
                <a:cs typeface="+mn-lt"/>
              </a:defRPr>
            </a:lvl2pPr>
            <a:lvl3pPr marL="914400" indent="0" algn="ctr">
              <a:spcBef>
                <a:spcPts val="350"/>
              </a:spcBef>
              <a:buNone/>
              <a:defRPr sz="2100">
                <a:solidFill>
                  <a:schemeClr val="tx1"/>
                </a:solidFill>
                <a:latin typeface="+mn-lt"/>
                <a:ea typeface="+mn-lt"/>
                <a:cs typeface="+mn-lt"/>
              </a:defRPr>
            </a:lvl3pPr>
            <a:lvl4pPr marL="1371600" indent="0" algn="ctr">
              <a:spcBef>
                <a:spcPts val="350"/>
              </a:spcBef>
              <a:buNone/>
              <a:defRPr sz="1900">
                <a:solidFill>
                  <a:schemeClr val="tx1"/>
                </a:solidFill>
                <a:latin typeface="+mn-lt"/>
                <a:ea typeface="+mn-lt"/>
                <a:cs typeface="+mn-lt"/>
              </a:defRPr>
            </a:lvl4pPr>
            <a:lvl5pPr marL="1828800" indent="0" algn="ctr">
              <a:spcBef>
                <a:spcPts val="350"/>
              </a:spcBef>
              <a:buNone/>
              <a:defRPr sz="1800">
                <a:solidFill>
                  <a:schemeClr val="tx1"/>
                </a:solidFill>
                <a:latin typeface="+mn-lt"/>
                <a:ea typeface="+mn-lt"/>
                <a:cs typeface="+mn-lt"/>
              </a:defRPr>
            </a:lvl5pPr>
            <a:lvl6pPr marL="2286000" indent="0" algn="ctr">
              <a:spcBef>
                <a:spcPts val="350"/>
              </a:spcBef>
              <a:buNone/>
              <a:defRPr sz="1800">
                <a:solidFill>
                  <a:schemeClr val="tx1"/>
                </a:solidFill>
                <a:latin typeface="+mn-lt"/>
                <a:ea typeface="+mn-lt"/>
                <a:cs typeface="+mn-lt"/>
              </a:defRPr>
            </a:lvl6pPr>
            <a:lvl7pPr marL="2743200" indent="0" algn="ctr">
              <a:spcBef>
                <a:spcPts val="350"/>
              </a:spcBef>
              <a:buNone/>
              <a:defRPr sz="1600">
                <a:solidFill>
                  <a:schemeClr val="tx1"/>
                </a:solidFill>
                <a:latin typeface="+mn-lt"/>
                <a:ea typeface="+mn-lt"/>
                <a:cs typeface="+mn-lt"/>
              </a:defRPr>
            </a:lvl7pPr>
            <a:lvl8pPr marL="3200400" indent="0" algn="ctr">
              <a:spcBef>
                <a:spcPts val="350"/>
              </a:spcBef>
              <a:buNone/>
              <a:defRPr sz="1600">
                <a:solidFill>
                  <a:schemeClr val="tx1"/>
                </a:solidFill>
                <a:latin typeface="+mn-lt"/>
                <a:ea typeface="+mn-lt"/>
                <a:cs typeface="+mn-lt"/>
              </a:defRPr>
            </a:lvl8pPr>
            <a:lvl9pPr marL="3657600" indent="0" algn="ctr">
              <a:spcBef>
                <a:spcPts val="350"/>
              </a:spcBef>
              <a:buNone/>
              <a:defRPr sz="1600">
                <a:solidFill>
                  <a:schemeClr val="tx1"/>
                </a:solidFill>
                <a:latin typeface="+mn-lt"/>
                <a:ea typeface="+mn-lt"/>
                <a:cs typeface="+mn-lt"/>
              </a:defRPr>
            </a:lvl9pPr>
          </a:lstStyle>
          <a:p xmlns:a="http://schemas.openxmlformats.org/drawingml/2006/main">
            <a:pPr algn="ctr">
              <a:buNone/>
            </a:pPr>
            <a:r>
              <a:rPr sz="2400" b="1">
                <a:solidFill>
                  <a:schemeClr val="tx1"/>
                </a:solidFill>
              </a:rPr>
              <a:t>Supervisor: ____________________</a:t>
            </a:r>
          </a:p>
        </p:txBody>
      </p:sp>
      <p:pic>
        <p:nvPicPr>
          <p:cNvPr id="18" name="Picture 7"/>
          <p:cNvPicPr>
            <a:picLocks xmlns:a="http://schemas.openxmlformats.org/drawingml/2006/main" noChangeAspect="1"/>
          </p:cNvPicPr>
          <p:nvPr/>
        </p:nvPicPr>
        <p:blipFill>
          <a:blip xmlns:r="http://schemas.openxmlformats.org/officeDocument/2006/relationships" xmlns:a="http://schemas.openxmlformats.org/drawingml/2006/main" r:embed="R5945da6565af49fb"/>
          <a:stretch xmlns:a="http://schemas.openxmlformats.org/drawingml/2006/main">
            <a:fillRect l="0" t="0" r="0" b="0"/>
          </a:stretch>
        </p:blipFill>
        <p:spPr>
          <a:xfrm xmlns:a="http://schemas.openxmlformats.org/drawingml/2006/main">
            <a:off x="10091057" y="0"/>
            <a:ext cx="1853572" cy="1862892"/>
          </a:xfrm>
          <a:prstGeom xmlns:a="http://schemas.openxmlformats.org/drawingml/2006/main" prst="rect">
            <a:avLst/>
          </a:prstGeom>
        </p:spPr>
      </p:pic>
    </p:spTree>
    <p:extLst>
      <p:ext uri="{BB962C8B-B14F-4D97-AF65-F5344CB8AC3E}">
        <p14:creationId xmlns:p14="http://schemas.microsoft.com/office/powerpoint/2010/main" val="1216836132"/>
      </p:ext>
    </p:extLst>
  </p:cSld>
</p:sld>
</file>

<file path=ppt/slides/slide3.xml><?xml version="1.0" encoding="utf-8"?>
<p:sld xmlns:p="http://schemas.openxmlformats.org/presentationml/2006/main">
  <p:cSld>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2B8BE375-7427-4C95-84D5-16D25D0BC052}"/>
              </a:ext>
            </a:extLst>
          </p:cNvPr>
          <p:cNvSpPr>
            <a:spLocks xmlns:a="http://schemas.openxmlformats.org/drawingml/2006/main" noGrp="1"/>
          </p:cNvSpPr>
          <p:nvPr>
            <p:ph type="title" idx="0"/>
          </p:nvPr>
        </p:nvSpPr>
        <p:spPr>
          <a:xfrm xmlns:a="http://schemas.openxmlformats.org/drawingml/2006/main">
            <a:off x="242885" y="12701"/>
            <a:ext cx="11587166" cy="630237"/>
          </a:xfrm>
          <a:prstGeom xmlns:a="http://schemas.openxmlformats.org/drawingml/2006/main" prst="rect">
            <a:avLst/>
          </a:prstGeom>
          <a:solidFill xmlns:a="http://schemas.openxmlformats.org/drawingml/2006/main">
            <a:schemeClr val="accent6">
              <a:lumMod val="60000"/>
              <a:lumOff val="40000"/>
            </a:schemeClr>
          </a:solidFill>
        </p:spPr>
        <p:txBody>
          <a:bodyPr xmlns:a="http://schemas.openxmlformats.org/drawingml/2006/main">
            <a:normAutofit fontScale="89278"/>
          </a:bodyPr>
          <a:lstStyle xmlns:a="http://schemas.openxmlformats.org/drawingml/2006/main"/>
          <a:p xmlns:a="http://schemas.openxmlformats.org/drawingml/2006/main">
            <a:r>
              <a:rPr b="1"/>
              <a:t>Contents</a:t>
            </a:r>
          </a:p>
        </p:txBody>
      </p:sp>
      <p:sp>
        <p:nvSpPr>
          <p:cNvPr id="3" name="Content Placeholder 2">
            <a:extLst xmlns:a="http://schemas.openxmlformats.org/drawingml/2006/main">
              <a:ext uri="{FF2B5EF4-FFF2-40B4-BE49-F238E27FC236}">
                <a16:creationId xmlns:a16="http://schemas.microsoft.com/office/drawing/2014/main" id="{D341A9EE-8790-46B7-A5D9-6D3B6F34A633}"/>
              </a:ext>
            </a:extLst>
          </p:cNvPr>
          <p:cNvSpPr>
            <a:spLocks xmlns:a="http://schemas.openxmlformats.org/drawingml/2006/main" noGrp="1"/>
          </p:cNvSpPr>
          <p:nvPr>
            <p:ph idx="1"/>
          </p:nvPr>
        </p:nvSpPr>
        <p:spPr>
          <a:xfrm xmlns:a="http://schemas.openxmlformats.org/drawingml/2006/main">
            <a:off x="381000" y="900113"/>
            <a:ext cx="11449050" cy="5314949"/>
          </a:xfrm>
        </p:spPr>
        <p:txBody>
          <a:bodyPr xmlns:a="http://schemas.openxmlformats.org/drawingml/2006/main">
            <a:noAutofit/>
          </a:bodyPr>
          <a:lstStyle xmlns:a="http://schemas.openxmlformats.org/drawingml/2006/main"/>
          <a:p xmlns:a="http://schemas.openxmlformats.org/drawingml/2006/main">
            <a:pPr>
              <a:lnSpc>
                <a:spcPct val="100000"/>
              </a:lnSpc>
              <a:buNone/>
            </a:pPr>
            <a:r>
              <a:rPr sz="2400">
                <a:latin typeface="Times New Roman"/>
                <a:ea typeface="Times New Roman"/>
                <a:cs typeface="Times New Roman"/>
              </a:rPr>
              <a:t>Introduction</a:t>
            </a:r>
          </a:p>
          <a:p xmlns:a="http://schemas.openxmlformats.org/drawingml/2006/main">
            <a:pPr>
              <a:lnSpc>
                <a:spcPct val="100000"/>
              </a:lnSpc>
              <a:buNone/>
            </a:pPr>
            <a:r>
              <a:rPr sz="2400">
                <a:latin typeface="Times New Roman"/>
                <a:ea typeface="Times New Roman"/>
                <a:cs typeface="Times New Roman"/>
              </a:rPr>
              <a:t>Existing System</a:t>
            </a:r>
          </a:p>
          <a:p xmlns:a="http://schemas.openxmlformats.org/drawingml/2006/main">
            <a:pPr>
              <a:lnSpc>
                <a:spcPct val="100000"/>
              </a:lnSpc>
              <a:buNone/>
            </a:pPr>
            <a:r>
              <a:rPr sz="2400">
                <a:latin typeface="Times New Roman"/>
                <a:ea typeface="Times New Roman"/>
                <a:cs typeface="Times New Roman"/>
              </a:rPr>
              <a:t>Problem Statement</a:t>
            </a:r>
          </a:p>
          <a:p xmlns:a="http://schemas.openxmlformats.org/drawingml/2006/main">
            <a:pPr>
              <a:lnSpc>
                <a:spcPct val="100000"/>
              </a:lnSpc>
              <a:buNone/>
            </a:pPr>
            <a:r>
              <a:rPr sz="2400">
                <a:latin typeface="Times New Roman"/>
                <a:ea typeface="Times New Roman"/>
                <a:cs typeface="Times New Roman"/>
              </a:rPr>
              <a:t>Proposed Solution</a:t>
            </a:r>
          </a:p>
          <a:p xmlns:a="http://schemas.openxmlformats.org/drawingml/2006/main">
            <a:pPr>
              <a:lnSpc>
                <a:spcPct val="100000"/>
              </a:lnSpc>
              <a:buNone/>
            </a:pPr>
            <a:r>
              <a:rPr sz="2400">
                <a:latin typeface="Times New Roman"/>
                <a:ea typeface="Times New Roman"/>
                <a:cs typeface="Times New Roman"/>
              </a:rPr>
              <a:t>Project Scope</a:t>
            </a:r>
          </a:p>
          <a:p xmlns:a="http://schemas.openxmlformats.org/drawingml/2006/main">
            <a:pPr>
              <a:lnSpc>
                <a:spcPct val="100000"/>
              </a:lnSpc>
              <a:buNone/>
            </a:pPr>
            <a:r>
              <a:rPr sz="2400">
                <a:latin typeface="Times New Roman"/>
                <a:ea typeface="Times New Roman"/>
                <a:cs typeface="Times New Roman"/>
              </a:rPr>
              <a:t>Project Objectives</a:t>
            </a:r>
          </a:p>
          <a:p xmlns:a="http://schemas.openxmlformats.org/drawingml/2006/main">
            <a:pPr>
              <a:lnSpc>
                <a:spcPct val="100000"/>
              </a:lnSpc>
              <a:buNone/>
            </a:pPr>
            <a:r>
              <a:rPr sz="2400">
                <a:latin typeface="Times New Roman"/>
                <a:ea typeface="Times New Roman"/>
                <a:cs typeface="Times New Roman"/>
              </a:rPr>
              <a:t>Functional Requirements</a:t>
            </a:r>
          </a:p>
          <a:p xmlns:a="http://schemas.openxmlformats.org/drawingml/2006/main">
            <a:pPr>
              <a:lnSpc>
                <a:spcPct val="100000"/>
              </a:lnSpc>
              <a:buNone/>
            </a:pPr>
            <a:r>
              <a:rPr sz="2400">
                <a:latin typeface="Times New Roman"/>
                <a:ea typeface="Times New Roman"/>
                <a:cs typeface="Times New Roman"/>
              </a:rPr>
              <a:t>UML and Database Diagrams</a:t>
            </a:r>
          </a:p>
          <a:p xmlns:a="http://schemas.openxmlformats.org/drawingml/2006/main">
            <a:pPr>
              <a:lnSpc>
                <a:spcPct val="100000"/>
              </a:lnSpc>
              <a:buNone/>
            </a:pPr>
            <a:r>
              <a:rPr sz="2400">
                <a:latin typeface="Times New Roman"/>
                <a:ea typeface="Times New Roman"/>
                <a:cs typeface="Times New Roman"/>
              </a:rPr>
              <a:t>Tools and Technologies</a:t>
            </a:r>
          </a:p>
          <a:p xmlns:a="http://schemas.openxmlformats.org/drawingml/2006/main">
            <a:pPr>
              <a:lnSpc>
                <a:spcPct val="100000"/>
              </a:lnSpc>
              <a:buNone/>
            </a:pPr>
            <a:r>
              <a:rPr sz="2400">
                <a:latin typeface="Times New Roman"/>
                <a:ea typeface="Times New Roman"/>
                <a:cs typeface="Times New Roman"/>
              </a:rPr>
              <a:t>Screenshots</a:t>
            </a:r>
          </a:p>
          <a:p xmlns:a="http://schemas.openxmlformats.org/drawingml/2006/main">
            <a:pPr>
              <a:lnSpc>
                <a:spcPct val="150000"/>
              </a:lnSpc>
              <a:buNone/>
            </a:pPr>
            <a:r>
              <a:t>Tasks Distribution</a:t>
            </a:r>
          </a:p>
          <a:p xmlns:a="http://schemas.openxmlformats.org/drawingml/2006/main">
            <a:pPr>
              <a:lnSpc>
                <a:spcPct val="150000"/>
              </a:lnSpc>
              <a:buNone/>
            </a:pPr>
            <a:r>
              <a:t>Conclusion</a:t>
            </a:r>
          </a:p>
        </p:txBody>
      </p:sp>
      <p:sp>
        <p:nvSpPr>
          <p:cNvPr id="4" name="Rectangle 3">
            <a:extLst xmlns:a="http://schemas.openxmlformats.org/drawingml/2006/main">
              <a:ext uri="{FF2B5EF4-FFF2-40B4-BE49-F238E27FC236}">
                <a16:creationId xmlns:a16="http://schemas.microsoft.com/office/drawing/2014/main" id="{5572E857-0D97-4E80-ADC2-D7B41D0057A0}"/>
              </a:ext>
            </a:extLst>
          </p:cNvPr>
          <p:cNvSpPr>
            <a:spLocks xmlns:a="http://schemas.openxmlformats.org/drawingml/2006/main" noGrp="1"/>
          </p:cNvSpPr>
          <p:nvPr/>
        </p:nvSpPr>
        <p:spPr>
          <a:xfrm xmlns:a="http://schemas.openxmlformats.org/drawingml/2006/main">
            <a:off x="0" y="6459326"/>
            <a:ext cx="12192000" cy="400110"/>
          </a:xfrm>
          <a:prstGeom xmlns:a="http://schemas.openxmlformats.org/drawingml/2006/main" prst="rect">
            <a:avLst/>
          </a:prstGeom>
          <a:solidFill xmlns:a="http://schemas.openxmlformats.org/drawingml/2006/main">
            <a:srgbClr val="0070C0"/>
          </a:solidFill>
        </p:spPr>
        <p:txBody>
          <a:bodyPr xmlns:a="http://schemas.openxmlformats.org/drawingml/2006/main" wrap="square">
            <a:spAutoFit/>
          </a:bodyPr>
          <a:lstStyle xmlns:a="http://schemas.openxmlformats.org/drawingml/2006/main"/>
          <a:p xmlns:a="http://schemas.openxmlformats.org/drawingml/2006/main">
            <a:pPr algn="ctr">
              <a:buNone/>
            </a:pPr>
            <a:r>
              <a:rPr sz="2000" b="1">
                <a:solidFill>
                  <a:schemeClr val="bg1"/>
                </a:solidFill>
              </a:rPr>
              <a:t>Department of Computer Science &amp; Information Technology, University of Chakwal</a:t>
            </a:r>
          </a:p>
        </p:txBody>
      </p:sp>
    </p:spTree>
    <p:extLst>
      <p:ext uri="{BB962C8B-B14F-4D97-AF65-F5344CB8AC3E}">
        <p14:creationId xmlns:p14="http://schemas.microsoft.com/office/powerpoint/2010/main" val="3393569861"/>
      </p:ext>
    </p:extLst>
  </p:cSld>
</p:sld>
</file>

<file path=ppt/slides/slide4.xml><?xml version="1.0" encoding="utf-8"?>
<p:sld xmlns:p="http://schemas.openxmlformats.org/presentationml/2006/main">
  <p:cSld>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79CFFE52-930D-4B80-A0CD-5295958A0003}"/>
              </a:ext>
            </a:extLst>
          </p:cNvPr>
          <p:cNvSpPr>
            <a:spLocks xmlns:a="http://schemas.openxmlformats.org/drawingml/2006/main" noGrp="1"/>
          </p:cNvSpPr>
          <p:nvPr>
            <p:ph type="title" idx="0"/>
          </p:nvPr>
        </p:nvSpPr>
        <p:spPr>
          <a:xfrm xmlns:a="http://schemas.openxmlformats.org/drawingml/2006/main">
            <a:off x="242885" y="12701"/>
            <a:ext cx="11587166" cy="620712"/>
          </a:xfrm>
          <a:prstGeom xmlns:a="http://schemas.openxmlformats.org/drawingml/2006/main" prst="rect">
            <a:avLst/>
          </a:prstGeom>
          <a:solidFill xmlns:a="http://schemas.openxmlformats.org/drawingml/2006/main">
            <a:schemeClr val="accent6">
              <a:lumMod val="60000"/>
              <a:lumOff val="40000"/>
            </a:schemeClr>
          </a:solidFill>
        </p:spPr>
        <p:txBody>
          <a:bodyPr xmlns:a="http://schemas.openxmlformats.org/drawingml/2006/main">
            <a:normAutofit fontScale="87700"/>
          </a:bodyPr>
          <a:lstStyle xmlns:a="http://schemas.openxmlformats.org/drawingml/2006/main"/>
          <a:p xmlns:a="http://schemas.openxmlformats.org/drawingml/2006/main">
            <a:r>
              <a:rPr b="1">
                <a:latin typeface="Calibri"/>
                <a:ea typeface="Calibri"/>
                <a:cs typeface="Calibri"/>
              </a:rPr>
              <a:t>Screenshots</a:t>
            </a:r>
          </a:p>
        </p:txBody>
      </p:sp>
      <p:sp>
        <p:nvSpPr>
          <p:cNvPr id="3" name="Content Placeholder 2">
            <a:extLst xmlns:a="http://schemas.openxmlformats.org/drawingml/2006/main">
              <a:ext uri="{FF2B5EF4-FFF2-40B4-BE49-F238E27FC236}">
                <a16:creationId xmlns:a16="http://schemas.microsoft.com/office/drawing/2014/main" id="{1C3D9452-E32B-477C-8785-F0371E04A08C}"/>
              </a:ext>
            </a:extLst>
          </p:cNvPr>
          <p:cNvSpPr>
            <a:spLocks xmlns:a="http://schemas.openxmlformats.org/drawingml/2006/main" noGrp="1"/>
          </p:cNvSpPr>
          <p:nvPr>
            <p:ph idx="1"/>
          </p:nvPr>
        </p:nvSpPr>
        <p:spPr>
          <a:xfrm xmlns:a="http://schemas.openxmlformats.org/drawingml/2006/main">
            <a:off x="381000" y="900113"/>
            <a:ext cx="11449050" cy="5314949"/>
          </a:xfrm>
        </p:spPr>
        <p:txBody>
          <a:bodyPr xmlns:a="http://schemas.openxmlformats.org/drawingml/2006/main">
            <a:noAutofit/>
          </a:bodyPr>
          <a:lstStyle xmlns:a="http://schemas.openxmlformats.org/drawingml/2006/main"/>
          <a:p xmlns:a="http://schemas.openxmlformats.org/drawingml/2006/main">
            <a:pPr>
              <a:lnSpc>
                <a:spcPct val="100000"/>
              </a:lnSpc>
              <a:buNone/>
            </a:pPr>
            <a:r>
              <a:rPr sz="2400">
                <a:latin typeface="Times New Roman"/>
                <a:ea typeface="Times New Roman"/>
                <a:cs typeface="Times New Roman"/>
              </a:rPr>
              <a:t>AIRA is a web-based Artificial Intelligence Requirement Analyzer that helps users generate Software Requirements Specification documents, create UML diagrams, analyze SRS ambiguity, and describe uploaded UML images in a structured way.</a:t>
            </a:r>
          </a:p>
        </p:txBody>
      </p:sp>
      <p:sp>
        <p:nvSpPr>
          <p:cNvPr id="4" name="Rectangle 3">
            <a:extLst xmlns:a="http://schemas.openxmlformats.org/drawingml/2006/main">
              <a:ext uri="{FF2B5EF4-FFF2-40B4-BE49-F238E27FC236}">
                <a16:creationId xmlns:a16="http://schemas.microsoft.com/office/drawing/2014/main" id="{FD2BF728-BB83-4AD7-A0E2-7722C25EF6EF}"/>
              </a:ext>
            </a:extLst>
          </p:cNvPr>
          <p:cNvSpPr>
            <a:spLocks xmlns:a="http://schemas.openxmlformats.org/drawingml/2006/main" noGrp="1"/>
          </p:cNvSpPr>
          <p:nvPr/>
        </p:nvSpPr>
        <p:spPr>
          <a:xfrm xmlns:a="http://schemas.openxmlformats.org/drawingml/2006/main">
            <a:off x="0" y="6459326"/>
            <a:ext cx="12201525" cy="400110"/>
          </a:xfrm>
          <a:prstGeom xmlns:a="http://schemas.openxmlformats.org/drawingml/2006/main" prst="rect">
            <a:avLst/>
          </a:prstGeom>
          <a:solidFill xmlns:a="http://schemas.openxmlformats.org/drawingml/2006/main">
            <a:srgbClr val="0070C0"/>
          </a:solidFill>
        </p:spPr>
        <p:txBody>
          <a:bodyPr xmlns:a="http://schemas.openxmlformats.org/drawingml/2006/main" wrap="square">
            <a:spAutoFit/>
          </a:bodyPr>
          <a:lstStyle xmlns:a="http://schemas.openxmlformats.org/drawingml/2006/main"/>
          <a:p xmlns:a="http://schemas.openxmlformats.org/drawingml/2006/main">
            <a:pPr algn="ctr">
              <a:buNone/>
            </a:pPr>
            <a:r>
              <a:rPr sz="2000" b="1">
                <a:solidFill>
                  <a:schemeClr val="bg1"/>
                </a:solidFill>
              </a:rPr>
              <a:t>Department of Computer Science &amp; Information Technology, University of Chakwal</a:t>
            </a:r>
          </a:p>
        </p:txBody>
      </p:sp>
      <p:sp>
        <p:nvSpPr>
          <p:cNvPr id="5" name="Rectangle 4">
            <a:extLst xmlns:a="http://schemas.openxmlformats.org/drawingml/2006/main">
              <a:ext uri="{FF2B5EF4-FFF2-40B4-BE49-F238E27FC236}">
                <a16:creationId xmlns:a16="http://schemas.microsoft.com/office/drawing/2014/main" id="{2297BECE-926B-4421-8065-0778B6392E3F}"/>
              </a:ext>
            </a:extLst>
          </p:cNvPr>
          <p:cNvSpPr>
            <a:spLocks xmlns:a="http://schemas.openxmlformats.org/drawingml/2006/main" noGrp="1"/>
          </p:cNvSpPr>
          <p:nvPr/>
        </p:nvSpPr>
        <p:spPr>
          <a:xfrm xmlns:a="http://schemas.openxmlformats.org/drawingml/2006/main">
            <a:off x="0" y="6459326"/>
            <a:ext cx="12192000" cy="400110"/>
          </a:xfrm>
          <a:prstGeom xmlns:a="http://schemas.openxmlformats.org/drawingml/2006/main" prst="rect">
            <a:avLst/>
          </a:prstGeom>
          <a:solidFill xmlns:a="http://schemas.openxmlformats.org/drawingml/2006/main">
            <a:srgbClr val="0070C0"/>
          </a:solidFill>
        </p:spPr>
        <p:txBody>
          <a:bodyPr xmlns:a="http://schemas.openxmlformats.org/drawingml/2006/main" wrap="square">
            <a:spAutoFit/>
          </a:bodyPr>
          <a:lstStyle xmlns:a="http://schemas.openxmlformats.org/drawingml/2006/main"/>
          <a:p xmlns:a="http://schemas.openxmlformats.org/drawingml/2006/main">
            <a:pPr algn="ctr">
              <a:buNone/>
            </a:pPr>
            <a:r>
              <a:rPr sz="2000" b="1">
                <a:solidFill>
                  <a:schemeClr val="bg1"/>
                </a:solidFill>
              </a:rPr>
              <a:t>Department of Computer Science &amp; Information Technology, University of Chakwal</a:t>
            </a:r>
          </a:p>
        </p:txBody>
      </p:sp>
    </p:spTree>
    <p:extLst>
      <p:ext uri="{BB962C8B-B14F-4D97-AF65-F5344CB8AC3E}">
        <p14:creationId xmlns:p14="http://schemas.microsoft.com/office/powerpoint/2010/main" val="4001989234"/>
      </p:ext>
    </p:extLst>
  </p:cSld>
</p:sld>
</file>

<file path=ppt/slides/slide5.xml><?xml version="1.0" encoding="utf-8"?>
<p:sld xmlns:p="http://schemas.openxmlformats.org/presentationml/2006/main">
  <p:cSld>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418B5FF3-92E3-4DF2-8D4C-B32934122AC0}"/>
              </a:ext>
            </a:extLst>
          </p:cNvPr>
          <p:cNvSpPr>
            <a:spLocks xmlns:a="http://schemas.openxmlformats.org/drawingml/2006/main" noGrp="1"/>
          </p:cNvSpPr>
          <p:nvPr>
            <p:ph type="title" idx="0"/>
          </p:nvPr>
        </p:nvSpPr>
        <p:spPr>
          <a:xfrm xmlns:a="http://schemas.openxmlformats.org/drawingml/2006/main">
            <a:off x="242885" y="12701"/>
            <a:ext cx="11587166" cy="501649"/>
          </a:xfrm>
          <a:prstGeom xmlns:a="http://schemas.openxmlformats.org/drawingml/2006/main" prst="rect">
            <a:avLst/>
          </a:prstGeom>
          <a:solidFill xmlns:a="http://schemas.openxmlformats.org/drawingml/2006/main">
            <a:schemeClr val="accent6">
              <a:lumMod val="60000"/>
              <a:lumOff val="40000"/>
            </a:schemeClr>
          </a:solidFill>
        </p:spPr>
        <p:txBody>
          <a:bodyPr xmlns:a="http://schemas.openxmlformats.org/drawingml/2006/main">
            <a:normAutofit fontScale="67971"/>
          </a:bodyPr>
          <a:lstStyle xmlns:a="http://schemas.openxmlformats.org/drawingml/2006/main"/>
          <a:p xmlns:a="http://schemas.openxmlformats.org/drawingml/2006/main">
            <a:r>
              <a:rPr b="1">
                <a:latin typeface="Calibri"/>
                <a:ea typeface="Calibri"/>
                <a:cs typeface="Calibri"/>
              </a:rPr>
              <a:t>Project Objectives</a:t>
            </a:r>
          </a:p>
        </p:txBody>
      </p:sp>
      <p:sp>
        <p:nvSpPr>
          <p:cNvPr id="3" name="Content Placeholder 2">
            <a:extLst xmlns:a="http://schemas.openxmlformats.org/drawingml/2006/main">
              <a:ext uri="{FF2B5EF4-FFF2-40B4-BE49-F238E27FC236}">
                <a16:creationId xmlns:a16="http://schemas.microsoft.com/office/drawing/2014/main" id="{F27D5AF0-75BB-441E-9231-86E6D1D815F9}"/>
              </a:ext>
            </a:extLst>
          </p:cNvPr>
          <p:cNvSpPr>
            <a:spLocks xmlns:a="http://schemas.openxmlformats.org/drawingml/2006/main" noGrp="1"/>
          </p:cNvSpPr>
          <p:nvPr>
            <p:ph idx="1"/>
          </p:nvPr>
        </p:nvSpPr>
        <p:spPr>
          <a:xfrm xmlns:a="http://schemas.openxmlformats.org/drawingml/2006/main">
            <a:off x="381000" y="900113"/>
            <a:ext cx="11449050" cy="5314949"/>
          </a:xfrm>
        </p:spPr>
        <p:txBody>
          <a:bodyPr xmlns:a="http://schemas.openxmlformats.org/drawingml/2006/main">
            <a:noAutofit/>
          </a:bodyPr>
          <a:lstStyle xmlns:a="http://schemas.openxmlformats.org/drawingml/2006/main"/>
          <a:p xmlns:a="http://schemas.openxmlformats.org/drawingml/2006/main">
            <a:pPr>
              <a:lnSpc>
                <a:spcPct val="100000"/>
              </a:lnSpc>
              <a:buNone/>
            </a:pPr>
            <a:r>
              <a:rPr sz="2400">
                <a:latin typeface="Times New Roman"/>
                <a:ea typeface="Times New Roman"/>
                <a:cs typeface="Times New Roman"/>
              </a:rPr>
              <a:t>Generate structured SRS documents from project names, descriptions, uploaded files, or diagrams.</a:t>
            </a:r>
          </a:p>
          <a:p xmlns:a="http://schemas.openxmlformats.org/drawingml/2006/main">
            <a:pPr>
              <a:lnSpc>
                <a:spcPct val="100000"/>
              </a:lnSpc>
              <a:buNone/>
            </a:pPr>
            <a:r>
              <a:rPr sz="2400">
                <a:latin typeface="Times New Roman"/>
                <a:ea typeface="Times New Roman"/>
                <a:cs typeface="Times New Roman"/>
              </a:rPr>
              <a:t>Produce editable UML diagrams and downloadable diagram outputs.</a:t>
            </a:r>
          </a:p>
          <a:p xmlns:a="http://schemas.openxmlformats.org/drawingml/2006/main">
            <a:pPr>
              <a:lnSpc>
                <a:spcPct val="100000"/>
              </a:lnSpc>
              <a:buNone/>
            </a:pPr>
            <a:r>
              <a:rPr sz="2400">
                <a:latin typeface="Times New Roman"/>
                <a:ea typeface="Times New Roman"/>
                <a:cs typeface="Times New Roman"/>
              </a:rPr>
              <a:t>Analyze SRS documents for ambiguity and requirement quality.</a:t>
            </a:r>
          </a:p>
          <a:p xmlns:a="http://schemas.openxmlformats.org/drawingml/2006/main">
            <a:pPr>
              <a:lnSpc>
                <a:spcPct val="100000"/>
              </a:lnSpc>
              <a:buNone/>
            </a:pPr>
            <a:r>
              <a:rPr sz="2400">
                <a:latin typeface="Times New Roman"/>
                <a:ea typeface="Times New Roman"/>
                <a:cs typeface="Times New Roman"/>
              </a:rPr>
              <a:t>Describe UML images with diagram-specific interpretation.</a:t>
            </a:r>
          </a:p>
          <a:p xmlns:a="http://schemas.openxmlformats.org/drawingml/2006/main">
            <a:pPr>
              <a:lnSpc>
                <a:spcPct val="100000"/>
              </a:lnSpc>
              <a:buNone/>
            </a:pPr>
            <a:r>
              <a:rPr sz="2400">
                <a:latin typeface="Times New Roman"/>
                <a:ea typeface="Times New Roman"/>
                <a:cs typeface="Times New Roman"/>
              </a:rPr>
              <a:t>Provide secure user accounts, history, pricing plans, and admin privileges.</a:t>
            </a:r>
          </a:p>
        </p:txBody>
      </p:sp>
      <p:sp>
        <p:nvSpPr>
          <p:cNvPr id="4" name="Rectangle 3">
            <a:extLst xmlns:a="http://schemas.openxmlformats.org/drawingml/2006/main">
              <a:ext uri="{FF2B5EF4-FFF2-40B4-BE49-F238E27FC236}">
                <a16:creationId xmlns:a16="http://schemas.microsoft.com/office/drawing/2014/main" id="{C98D4E16-DA16-4D6B-9CE0-EFEFDC74548F}"/>
              </a:ext>
            </a:extLst>
          </p:cNvPr>
          <p:cNvSpPr>
            <a:spLocks xmlns:a="http://schemas.openxmlformats.org/drawingml/2006/main" noGrp="1"/>
          </p:cNvSpPr>
          <p:nvPr/>
        </p:nvSpPr>
        <p:spPr>
          <a:xfrm xmlns:a="http://schemas.openxmlformats.org/drawingml/2006/main">
            <a:off x="0" y="6459326"/>
            <a:ext cx="12192000" cy="400110"/>
          </a:xfrm>
          <a:prstGeom xmlns:a="http://schemas.openxmlformats.org/drawingml/2006/main" prst="rect">
            <a:avLst/>
          </a:prstGeom>
          <a:solidFill xmlns:a="http://schemas.openxmlformats.org/drawingml/2006/main">
            <a:srgbClr val="0070C0"/>
          </a:solidFill>
        </p:spPr>
        <p:txBody>
          <a:bodyPr xmlns:a="http://schemas.openxmlformats.org/drawingml/2006/main" wrap="square">
            <a:spAutoFit/>
          </a:bodyPr>
          <a:lstStyle xmlns:a="http://schemas.openxmlformats.org/drawingml/2006/main"/>
          <a:p xmlns:a="http://schemas.openxmlformats.org/drawingml/2006/main">
            <a:pPr algn="ctr">
              <a:buNone/>
            </a:pPr>
            <a:r>
              <a:rPr sz="2000" b="1">
                <a:solidFill>
                  <a:schemeClr val="bg1"/>
                </a:solidFill>
              </a:rPr>
              <a:t>Department of Computer Science &amp; Information Technology, University of Chakwal</a:t>
            </a:r>
          </a:p>
        </p:txBody>
      </p:sp>
    </p:spTree>
    <p:extLst>
      <p:ext uri="{BB962C8B-B14F-4D97-AF65-F5344CB8AC3E}">
        <p14:creationId xmlns:p14="http://schemas.microsoft.com/office/powerpoint/2010/main" val="4170750304"/>
      </p:ext>
    </p:extLst>
  </p:cSld>
</p:sld>
</file>

<file path=ppt/slides/slide6.xml><?xml version="1.0" encoding="utf-8"?>
<p:sld xmlns:p="http://schemas.openxmlformats.org/presentationml/2006/main">
  <p:cSld>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B6A07D14-17DB-4945-8777-55CF92874AF0}"/>
              </a:ext>
            </a:extLst>
          </p:cNvPr>
          <p:cNvSpPr>
            <a:spLocks xmlns:a="http://schemas.openxmlformats.org/drawingml/2006/main" noGrp="1"/>
          </p:cNvSpPr>
          <p:nvPr>
            <p:ph type="title" idx="0"/>
          </p:nvPr>
        </p:nvSpPr>
        <p:spPr>
          <a:xfrm xmlns:a="http://schemas.openxmlformats.org/drawingml/2006/main">
            <a:off x="242885" y="12701"/>
            <a:ext cx="11587166" cy="630237"/>
          </a:xfrm>
          <a:prstGeom xmlns:a="http://schemas.openxmlformats.org/drawingml/2006/main" prst="rect">
            <a:avLst/>
          </a:prstGeom>
          <a:solidFill xmlns:a="http://schemas.openxmlformats.org/drawingml/2006/main">
            <a:schemeClr val="accent6">
              <a:lumMod val="60000"/>
              <a:lumOff val="40000"/>
            </a:schemeClr>
          </a:solidFill>
        </p:spPr>
        <p:txBody>
          <a:bodyPr xmlns:a="http://schemas.openxmlformats.org/drawingml/2006/main">
            <a:normAutofit fontScale="89278"/>
          </a:bodyPr>
          <a:lstStyle xmlns:a="http://schemas.openxmlformats.org/drawingml/2006/main"/>
          <a:p xmlns:a="http://schemas.openxmlformats.org/drawingml/2006/main">
            <a:r>
              <a:rPr b="1">
                <a:latin typeface="Calibri"/>
                <a:ea typeface="Calibri"/>
                <a:cs typeface="Calibri"/>
              </a:rPr>
              <a:t>Problem Statement</a:t>
            </a:r>
          </a:p>
        </p:txBody>
      </p:sp>
      <p:sp>
        <p:nvSpPr>
          <p:cNvPr id="3" name="Content Placeholder 2">
            <a:extLst xmlns:a="http://schemas.openxmlformats.org/drawingml/2006/main">
              <a:ext uri="{FF2B5EF4-FFF2-40B4-BE49-F238E27FC236}">
                <a16:creationId xmlns:a16="http://schemas.microsoft.com/office/drawing/2014/main" id="{A2E3A5E2-1CB3-48CE-9477-3D75108CFA6E}"/>
              </a:ext>
            </a:extLst>
          </p:cNvPr>
          <p:cNvSpPr>
            <a:spLocks xmlns:a="http://schemas.openxmlformats.org/drawingml/2006/main" noGrp="1"/>
          </p:cNvSpPr>
          <p:nvPr>
            <p:ph idx="1"/>
          </p:nvPr>
        </p:nvSpPr>
        <p:spPr>
          <a:xfrm xmlns:a="http://schemas.openxmlformats.org/drawingml/2006/main">
            <a:off x="381000" y="900113"/>
            <a:ext cx="11449050" cy="5314949"/>
          </a:xfrm>
        </p:spPr>
        <p:txBody>
          <a:bodyPr xmlns:a="http://schemas.openxmlformats.org/drawingml/2006/main">
            <a:noAutofit/>
          </a:bodyPr>
          <a:lstStyle xmlns:a="http://schemas.openxmlformats.org/drawingml/2006/main"/>
          <a:p xmlns:a="http://schemas.openxmlformats.org/drawingml/2006/main">
            <a:pPr>
              <a:lnSpc>
                <a:spcPct val="100000"/>
              </a:lnSpc>
              <a:buNone/>
            </a:pPr>
            <a:r>
              <a:rPr sz="2400">
                <a:latin typeface="Times New Roman"/>
                <a:ea typeface="Times New Roman"/>
                <a:cs typeface="Times New Roman"/>
              </a:rPr>
              <a:t>Students and developers often face difficulty converting project ideas into complete SRS documents and professional UML diagrams. Manual writing can miss requirements, introduce ambiguity, and require repeated formatting work.</a:t>
            </a:r>
          </a:p>
        </p:txBody>
      </p:sp>
      <p:sp>
        <p:nvSpPr>
          <p:cNvPr id="4" name="Rectangle 3">
            <a:extLst xmlns:a="http://schemas.openxmlformats.org/drawingml/2006/main">
              <a:ext uri="{FF2B5EF4-FFF2-40B4-BE49-F238E27FC236}">
                <a16:creationId xmlns:a16="http://schemas.microsoft.com/office/drawing/2014/main" id="{F374C81D-89AF-4D40-9604-A2B5AC03D74E}"/>
              </a:ext>
            </a:extLst>
          </p:cNvPr>
          <p:cNvSpPr>
            <a:spLocks xmlns:a="http://schemas.openxmlformats.org/drawingml/2006/main" noGrp="1"/>
          </p:cNvSpPr>
          <p:nvPr/>
        </p:nvSpPr>
        <p:spPr>
          <a:xfrm xmlns:a="http://schemas.openxmlformats.org/drawingml/2006/main">
            <a:off x="0" y="6459326"/>
            <a:ext cx="12192000" cy="400110"/>
          </a:xfrm>
          <a:prstGeom xmlns:a="http://schemas.openxmlformats.org/drawingml/2006/main" prst="rect">
            <a:avLst/>
          </a:prstGeom>
          <a:solidFill xmlns:a="http://schemas.openxmlformats.org/drawingml/2006/main">
            <a:srgbClr val="0070C0"/>
          </a:solidFill>
        </p:spPr>
        <p:txBody>
          <a:bodyPr xmlns:a="http://schemas.openxmlformats.org/drawingml/2006/main" wrap="square">
            <a:spAutoFit/>
          </a:bodyPr>
          <a:lstStyle xmlns:a="http://schemas.openxmlformats.org/drawingml/2006/main"/>
          <a:p xmlns:a="http://schemas.openxmlformats.org/drawingml/2006/main">
            <a:pPr algn="ctr">
              <a:buNone/>
            </a:pPr>
            <a:r>
              <a:rPr sz="2000" b="1">
                <a:solidFill>
                  <a:schemeClr val="bg1"/>
                </a:solidFill>
              </a:rPr>
              <a:t>Department of Computer Science &amp; Information Technology, University of Chakwal</a:t>
            </a:r>
          </a:p>
        </p:txBody>
      </p:sp>
    </p:spTree>
    <p:extLst>
      <p:ext uri="{BB962C8B-B14F-4D97-AF65-F5344CB8AC3E}">
        <p14:creationId xmlns:p14="http://schemas.microsoft.com/office/powerpoint/2010/main" val="3328314882"/>
      </p:ext>
    </p:extLst>
  </p:cSld>
</p:sld>
</file>

<file path=ppt/slides/slide7.xml><?xml version="1.0" encoding="utf-8"?>
<p:sld xmlns:p="http://schemas.openxmlformats.org/presentationml/2006/main">
  <p:cSld>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A21A7504-35F1-47DD-B4A4-97803BE370FD}"/>
              </a:ext>
            </a:extLst>
          </p:cNvPr>
          <p:cNvSpPr>
            <a:spLocks xmlns:a="http://schemas.openxmlformats.org/drawingml/2006/main" noGrp="1"/>
          </p:cNvSpPr>
          <p:nvPr>
            <p:ph type="title" idx="0"/>
          </p:nvPr>
        </p:nvSpPr>
        <p:spPr>
          <a:xfrm xmlns:a="http://schemas.openxmlformats.org/drawingml/2006/main">
            <a:off x="242885" y="22226"/>
            <a:ext cx="11587166" cy="620712"/>
          </a:xfrm>
          <a:prstGeom xmlns:a="http://schemas.openxmlformats.org/drawingml/2006/main" prst="rect">
            <a:avLst/>
          </a:prstGeom>
          <a:solidFill xmlns:a="http://schemas.openxmlformats.org/drawingml/2006/main">
            <a:schemeClr val="accent6">
              <a:lumMod val="60000"/>
              <a:lumOff val="40000"/>
            </a:schemeClr>
          </a:solidFill>
        </p:spPr>
        <p:txBody>
          <a:bodyPr xmlns:a="http://schemas.openxmlformats.org/drawingml/2006/main">
            <a:normAutofit fontScale="87700"/>
          </a:bodyPr>
          <a:lstStyle xmlns:a="http://schemas.openxmlformats.org/drawingml/2006/main"/>
          <a:p xmlns:a="http://schemas.openxmlformats.org/drawingml/2006/main">
            <a:r>
              <a:rPr b="1">
                <a:latin typeface="Calibri"/>
                <a:ea typeface="Calibri"/>
                <a:cs typeface="Calibri"/>
              </a:rPr>
              <a:t>Proposed Solution</a:t>
            </a:r>
          </a:p>
        </p:txBody>
      </p:sp>
      <p:sp>
        <p:nvSpPr>
          <p:cNvPr id="3" name="Content Placeholder 2">
            <a:extLst xmlns:a="http://schemas.openxmlformats.org/drawingml/2006/main">
              <a:ext uri="{FF2B5EF4-FFF2-40B4-BE49-F238E27FC236}">
                <a16:creationId xmlns:a16="http://schemas.microsoft.com/office/drawing/2014/main" id="{83BA74AE-B0C1-4ABF-9DE2-EFB1F16225D9}"/>
              </a:ext>
            </a:extLst>
          </p:cNvPr>
          <p:cNvSpPr>
            <a:spLocks xmlns:a="http://schemas.openxmlformats.org/drawingml/2006/main" noGrp="1"/>
          </p:cNvSpPr>
          <p:nvPr>
            <p:ph idx="1"/>
          </p:nvPr>
        </p:nvSpPr>
        <p:spPr>
          <a:xfrm xmlns:a="http://schemas.openxmlformats.org/drawingml/2006/main">
            <a:off x="381000" y="900113"/>
            <a:ext cx="11449050" cy="5314949"/>
          </a:xfrm>
        </p:spPr>
        <p:txBody>
          <a:bodyPr xmlns:a="http://schemas.openxmlformats.org/drawingml/2006/main">
            <a:noAutofit/>
          </a:bodyPr>
          <a:lstStyle xmlns:a="http://schemas.openxmlformats.org/drawingml/2006/main"/>
          <a:p xmlns:a="http://schemas.openxmlformats.org/drawingml/2006/main">
            <a:pPr>
              <a:lnSpc>
                <a:spcPct val="100000"/>
              </a:lnSpc>
              <a:buNone/>
            </a:pPr>
            <a:r>
              <a:rPr sz="2400">
                <a:latin typeface="Times New Roman"/>
                <a:ea typeface="Times New Roman"/>
                <a:cs typeface="Times New Roman"/>
              </a:rPr>
              <a:t>AIRA provides one integrated platform where users can generate SRS documents, create UML diagrams, analyze ambiguities, describe UML images, save history, and download outputs in usable formats. The system also supports premium access and admin-level unrestricted usage.</a:t>
            </a:r>
          </a:p>
        </p:txBody>
      </p:sp>
      <p:sp>
        <p:nvSpPr>
          <p:cNvPr id="4" name="Rectangle 3">
            <a:extLst xmlns:a="http://schemas.openxmlformats.org/drawingml/2006/main">
              <a:ext uri="{FF2B5EF4-FFF2-40B4-BE49-F238E27FC236}">
                <a16:creationId xmlns:a16="http://schemas.microsoft.com/office/drawing/2014/main" id="{31E0DD4B-1594-4A26-B74D-35F99DF46EEE}"/>
              </a:ext>
            </a:extLst>
          </p:cNvPr>
          <p:cNvSpPr>
            <a:spLocks xmlns:a="http://schemas.openxmlformats.org/drawingml/2006/main" noGrp="1"/>
          </p:cNvSpPr>
          <p:nvPr/>
        </p:nvSpPr>
        <p:spPr>
          <a:xfrm xmlns:a="http://schemas.openxmlformats.org/drawingml/2006/main">
            <a:off x="0" y="6459326"/>
            <a:ext cx="12192000" cy="400110"/>
          </a:xfrm>
          <a:prstGeom xmlns:a="http://schemas.openxmlformats.org/drawingml/2006/main" prst="rect">
            <a:avLst/>
          </a:prstGeom>
          <a:solidFill xmlns:a="http://schemas.openxmlformats.org/drawingml/2006/main">
            <a:srgbClr val="0070C0"/>
          </a:solidFill>
        </p:spPr>
        <p:txBody>
          <a:bodyPr xmlns:a="http://schemas.openxmlformats.org/drawingml/2006/main" wrap="square">
            <a:spAutoFit/>
          </a:bodyPr>
          <a:lstStyle xmlns:a="http://schemas.openxmlformats.org/drawingml/2006/main"/>
          <a:p xmlns:a="http://schemas.openxmlformats.org/drawingml/2006/main">
            <a:pPr algn="ctr">
              <a:buNone/>
            </a:pPr>
            <a:r>
              <a:rPr sz="2000" b="1">
                <a:solidFill>
                  <a:schemeClr val="bg1"/>
                </a:solidFill>
              </a:rPr>
              <a:t>Department of Computer Science &amp; Information Technology, University of Chakwal</a:t>
            </a:r>
          </a:p>
        </p:txBody>
      </p:sp>
    </p:spTree>
    <p:extLst>
      <p:ext uri="{BB962C8B-B14F-4D97-AF65-F5344CB8AC3E}">
        <p14:creationId xmlns:p14="http://schemas.microsoft.com/office/powerpoint/2010/main" val="2132740158"/>
      </p:ext>
    </p:extLst>
  </p:cSld>
</p:sld>
</file>

<file path=ppt/slides/slide8.xml><?xml version="1.0" encoding="utf-8"?>
<p:sld xmlns:p="http://schemas.openxmlformats.org/presentationml/2006/main">
  <p:cSld>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DB78942E-7F85-4566-81C1-ABC41C619FB2}"/>
              </a:ext>
            </a:extLst>
          </p:cNvPr>
          <p:cNvSpPr>
            <a:spLocks xmlns:a="http://schemas.openxmlformats.org/drawingml/2006/main" noGrp="1"/>
          </p:cNvSpPr>
          <p:nvPr>
            <p:ph type="title" idx="0"/>
          </p:nvPr>
        </p:nvSpPr>
        <p:spPr>
          <a:xfrm xmlns:a="http://schemas.openxmlformats.org/drawingml/2006/main">
            <a:off x="242885" y="12701"/>
            <a:ext cx="11587166" cy="630237"/>
          </a:xfrm>
          <a:prstGeom xmlns:a="http://schemas.openxmlformats.org/drawingml/2006/main" prst="rect">
            <a:avLst/>
          </a:prstGeom>
          <a:solidFill xmlns:a="http://schemas.openxmlformats.org/drawingml/2006/main">
            <a:schemeClr val="accent6">
              <a:lumMod val="60000"/>
              <a:lumOff val="40000"/>
            </a:schemeClr>
          </a:solidFill>
        </p:spPr>
        <p:txBody>
          <a:bodyPr xmlns:a="http://schemas.openxmlformats.org/drawingml/2006/main">
            <a:normAutofit fontScale="89278"/>
          </a:bodyPr>
          <a:lstStyle xmlns:a="http://schemas.openxmlformats.org/drawingml/2006/main"/>
          <a:p xmlns:a="http://schemas.openxmlformats.org/drawingml/2006/main">
            <a:r>
              <a:rPr b="1">
                <a:latin typeface="Calibri"/>
                <a:ea typeface="Calibri"/>
                <a:cs typeface="Calibri"/>
              </a:rPr>
              <a:t>Project Scope</a:t>
            </a:r>
          </a:p>
        </p:txBody>
      </p:sp>
      <p:sp>
        <p:nvSpPr>
          <p:cNvPr id="3" name="Content Placeholder 2">
            <a:extLst xmlns:a="http://schemas.openxmlformats.org/drawingml/2006/main">
              <a:ext uri="{FF2B5EF4-FFF2-40B4-BE49-F238E27FC236}">
                <a16:creationId xmlns:a16="http://schemas.microsoft.com/office/drawing/2014/main" id="{FEEDC774-7AB1-49A5-A12F-033618BBFF4E}"/>
              </a:ext>
            </a:extLst>
          </p:cNvPr>
          <p:cNvSpPr>
            <a:spLocks xmlns:a="http://schemas.openxmlformats.org/drawingml/2006/main" noGrp="1"/>
          </p:cNvSpPr>
          <p:nvPr>
            <p:ph idx="1"/>
          </p:nvPr>
        </p:nvSpPr>
        <p:spPr>
          <a:xfrm xmlns:a="http://schemas.openxmlformats.org/drawingml/2006/main">
            <a:off x="381000" y="900113"/>
            <a:ext cx="11449050" cy="5314949"/>
          </a:xfrm>
        </p:spPr>
        <p:txBody>
          <a:bodyPr xmlns:a="http://schemas.openxmlformats.org/drawingml/2006/main">
            <a:noAutofit/>
          </a:bodyPr>
          <a:lstStyle xmlns:a="http://schemas.openxmlformats.org/drawingml/2006/main"/>
          <a:p xmlns:a="http://schemas.openxmlformats.org/drawingml/2006/main">
            <a:pPr>
              <a:lnSpc>
                <a:spcPct val="100000"/>
              </a:lnSpc>
              <a:buNone/>
            </a:pPr>
            <a:r>
              <a:rPr sz="2400">
                <a:latin typeface="Times New Roman"/>
                <a:ea typeface="Times New Roman"/>
                <a:cs typeface="Times New Roman"/>
              </a:rPr>
              <a:t>The scope includes SRS generation, UML diagram generation, UML image description, SRS ambiguity analysis, user authentication, history management, document export, multilingual support, premium billing, and admin access control.</a:t>
            </a:r>
          </a:p>
        </p:txBody>
      </p:sp>
      <p:sp>
        <p:nvSpPr>
          <p:cNvPr id="4" name="Rectangle 3">
            <a:extLst xmlns:a="http://schemas.openxmlformats.org/drawingml/2006/main">
              <a:ext uri="{FF2B5EF4-FFF2-40B4-BE49-F238E27FC236}">
                <a16:creationId xmlns:a16="http://schemas.microsoft.com/office/drawing/2014/main" id="{EF6ACFFD-A9C1-434D-AD86-2AAFA2C21738}"/>
              </a:ext>
            </a:extLst>
          </p:cNvPr>
          <p:cNvSpPr>
            <a:spLocks xmlns:a="http://schemas.openxmlformats.org/drawingml/2006/main" noGrp="1"/>
          </p:cNvSpPr>
          <p:nvPr/>
        </p:nvSpPr>
        <p:spPr>
          <a:xfrm xmlns:a="http://schemas.openxmlformats.org/drawingml/2006/main">
            <a:off x="0" y="6459326"/>
            <a:ext cx="12192000" cy="400110"/>
          </a:xfrm>
          <a:prstGeom xmlns:a="http://schemas.openxmlformats.org/drawingml/2006/main" prst="rect">
            <a:avLst/>
          </a:prstGeom>
          <a:solidFill xmlns:a="http://schemas.openxmlformats.org/drawingml/2006/main">
            <a:srgbClr val="0070C0"/>
          </a:solidFill>
        </p:spPr>
        <p:txBody>
          <a:bodyPr xmlns:a="http://schemas.openxmlformats.org/drawingml/2006/main" wrap="square">
            <a:spAutoFit/>
          </a:bodyPr>
          <a:lstStyle xmlns:a="http://schemas.openxmlformats.org/drawingml/2006/main"/>
          <a:p xmlns:a="http://schemas.openxmlformats.org/drawingml/2006/main">
            <a:pPr algn="ctr">
              <a:buNone/>
            </a:pPr>
            <a:r>
              <a:rPr sz="2000" b="1">
                <a:solidFill>
                  <a:schemeClr val="bg1"/>
                </a:solidFill>
              </a:rPr>
              <a:t>Department of Computer Science &amp; Information Technology, University of Chakwal</a:t>
            </a:r>
          </a:p>
        </p:txBody>
      </p:sp>
    </p:spTree>
    <p:extLst>
      <p:ext uri="{BB962C8B-B14F-4D97-AF65-F5344CB8AC3E}">
        <p14:creationId xmlns:p14="http://schemas.microsoft.com/office/powerpoint/2010/main" val="2797504288"/>
      </p:ext>
    </p:extLst>
  </p:cSld>
</p:sld>
</file>

<file path=ppt/slides/slide9.xml><?xml version="1.0" encoding="utf-8"?>
<p:sld xmlns:p="http://schemas.openxmlformats.org/presentationml/2006/main">
  <p:cSld>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249D5AE2-B15D-4687-9494-BFCDEE0CCBE6}"/>
              </a:ext>
            </a:extLst>
          </p:cNvPr>
          <p:cNvSpPr>
            <a:spLocks xmlns:a="http://schemas.openxmlformats.org/drawingml/2006/main" noGrp="1"/>
          </p:cNvSpPr>
          <p:nvPr>
            <p:ph type="title" idx="0"/>
          </p:nvPr>
        </p:nvSpPr>
        <p:spPr>
          <a:xfrm xmlns:a="http://schemas.openxmlformats.org/drawingml/2006/main">
            <a:off x="242885" y="12701"/>
            <a:ext cx="11587166" cy="643148"/>
          </a:xfrm>
          <a:prstGeom xmlns:a="http://schemas.openxmlformats.org/drawingml/2006/main" prst="rect">
            <a:avLst/>
          </a:prstGeom>
          <a:solidFill xmlns:a="http://schemas.openxmlformats.org/drawingml/2006/main">
            <a:schemeClr val="accent6">
              <a:lumMod val="60000"/>
              <a:lumOff val="40000"/>
            </a:schemeClr>
          </a:solidFill>
        </p:spPr>
        <p:txBody>
          <a:bodyPr xmlns:a="http://schemas.openxmlformats.org/drawingml/2006/main">
            <a:normAutofit fontScale="90000"/>
          </a:bodyPr>
          <a:lstStyle xmlns:a="http://schemas.openxmlformats.org/drawingml/2006/main"/>
          <a:p xmlns:a="http://schemas.openxmlformats.org/drawingml/2006/main">
            <a:r>
              <a:rPr b="1">
                <a:latin typeface="Calibri"/>
                <a:ea typeface="Calibri"/>
                <a:cs typeface="Calibri"/>
              </a:rPr>
              <a:t>Project Objectives</a:t>
            </a:r>
          </a:p>
        </p:txBody>
      </p:sp>
      <p:sp>
        <p:nvSpPr>
          <p:cNvPr id="3" name="Content Placeholder 2">
            <a:extLst xmlns:a="http://schemas.openxmlformats.org/drawingml/2006/main">
              <a:ext uri="{FF2B5EF4-FFF2-40B4-BE49-F238E27FC236}">
                <a16:creationId xmlns:a16="http://schemas.microsoft.com/office/drawing/2014/main" id="{07162EE9-AD4B-4C34-AF84-95BAD0632236}"/>
              </a:ext>
            </a:extLst>
          </p:cNvPr>
          <p:cNvSpPr>
            <a:spLocks xmlns:a="http://schemas.openxmlformats.org/drawingml/2006/main" noGrp="1"/>
          </p:cNvSpPr>
          <p:nvPr>
            <p:ph idx="1"/>
          </p:nvPr>
        </p:nvSpPr>
        <p:spPr>
          <a:xfrm xmlns:a="http://schemas.openxmlformats.org/drawingml/2006/main">
            <a:off x="381000" y="900113"/>
            <a:ext cx="11449050" cy="5314949"/>
          </a:xfrm>
        </p:spPr>
        <p:txBody>
          <a:bodyPr xmlns:a="http://schemas.openxmlformats.org/drawingml/2006/main">
            <a:noAutofit/>
          </a:bodyPr>
          <a:lstStyle xmlns:a="http://schemas.openxmlformats.org/drawingml/2006/main"/>
          <a:p xmlns:a="http://schemas.openxmlformats.org/drawingml/2006/main">
            <a:pPr>
              <a:lnSpc>
                <a:spcPct val="100000"/>
              </a:lnSpc>
              <a:spcBef>
                <a:spcPts val="0"/>
              </a:spcBef>
              <a:buNone/>
            </a:pPr>
            <a:r>
              <a:rPr sz="2400">
                <a:latin typeface="Times New Roman"/>
                <a:ea typeface="Times New Roman"/>
                <a:cs typeface="Times New Roman"/>
              </a:rPr>
              <a:t>Manage the details of different public use vehicles</a:t>
            </a:r>
          </a:p>
          <a:p xmlns:a="http://schemas.openxmlformats.org/drawingml/2006/main">
            <a:pPr marL="0" indent="0">
              <a:lnSpc>
                <a:spcPct val="150000"/>
              </a:lnSpc>
              <a:buNone/>
            </a:pPr>
          </a:p>
        </p:txBody>
      </p:sp>
      <p:sp>
        <p:nvSpPr>
          <p:cNvPr id="4" name="Rectangle 3">
            <a:extLst xmlns:a="http://schemas.openxmlformats.org/drawingml/2006/main">
              <a:ext uri="{FF2B5EF4-FFF2-40B4-BE49-F238E27FC236}">
                <a16:creationId xmlns:a16="http://schemas.microsoft.com/office/drawing/2014/main" id="{83EEE0A8-144A-478C-B291-2BAC55597977}"/>
              </a:ext>
            </a:extLst>
          </p:cNvPr>
          <p:cNvSpPr>
            <a:spLocks xmlns:a="http://schemas.openxmlformats.org/drawingml/2006/main" noGrp="1"/>
          </p:cNvSpPr>
          <p:nvPr/>
        </p:nvSpPr>
        <p:spPr>
          <a:xfrm xmlns:a="http://schemas.openxmlformats.org/drawingml/2006/main">
            <a:off x="0" y="6459326"/>
            <a:ext cx="12192000" cy="400110"/>
          </a:xfrm>
          <a:prstGeom xmlns:a="http://schemas.openxmlformats.org/drawingml/2006/main" prst="rect">
            <a:avLst/>
          </a:prstGeom>
          <a:solidFill xmlns:a="http://schemas.openxmlformats.org/drawingml/2006/main">
            <a:srgbClr val="0070C0"/>
          </a:solidFill>
        </p:spPr>
        <p:txBody>
          <a:bodyPr xmlns:a="http://schemas.openxmlformats.org/drawingml/2006/main" wrap="square">
            <a:spAutoFit/>
          </a:bodyPr>
          <a:lstStyle xmlns:a="http://schemas.openxmlformats.org/drawingml/2006/main"/>
          <a:p xmlns:a="http://schemas.openxmlformats.org/drawingml/2006/main">
            <a:pPr algn="ctr">
              <a:buNone/>
            </a:pPr>
            <a:r>
              <a:rPr sz="2000" b="1">
                <a:solidFill>
                  <a:schemeClr val="bg1"/>
                </a:solidFill>
              </a:rPr>
              <a:t>Department of Computer Science &amp; Information Technology, University of Chakwal</a:t>
            </a:r>
          </a:p>
        </p:txBody>
      </p:sp>
    </p:spTree>
    <p:extLst>
      <p:ext uri="{BB962C8B-B14F-4D97-AF65-F5344CB8AC3E}">
        <p14:creationId xmlns:p14="http://schemas.microsoft.com/office/powerpoint/2010/main" val="38201822"/>
      </p:ext>
    </p:extLst>
  </p:cSld>
</p:sld>
</file>

<file path=ppt/slides/slide10.xml><?xml version="1.0" encoding="utf-8"?>
<p:sld xmlns:p="http://schemas.openxmlformats.org/presentationml/2006/main">
  <p:cSld>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11ECBF76-278F-4D11-A5BD-51494630B62F}"/>
              </a:ext>
            </a:extLst>
          </p:cNvPr>
          <p:cNvSpPr>
            <a:spLocks xmlns:a="http://schemas.openxmlformats.org/drawingml/2006/main" noGrp="1"/>
          </p:cNvSpPr>
          <p:nvPr>
            <p:ph type="title" idx="0"/>
          </p:nvPr>
        </p:nvSpPr>
        <p:spPr>
          <a:xfrm xmlns:a="http://schemas.openxmlformats.org/drawingml/2006/main">
            <a:off x="242885" y="12701"/>
            <a:ext cx="11587166" cy="643148"/>
          </a:xfrm>
          <a:prstGeom xmlns:a="http://schemas.openxmlformats.org/drawingml/2006/main" prst="rect">
            <a:avLst/>
          </a:prstGeom>
          <a:solidFill xmlns:a="http://schemas.openxmlformats.org/drawingml/2006/main">
            <a:schemeClr val="accent6">
              <a:lumMod val="60000"/>
              <a:lumOff val="40000"/>
            </a:schemeClr>
          </a:solidFill>
        </p:spPr>
        <p:txBody>
          <a:bodyPr xmlns:a="http://schemas.openxmlformats.org/drawingml/2006/main">
            <a:normAutofit fontScale="91417"/>
          </a:bodyPr>
          <a:lstStyle xmlns:a="http://schemas.openxmlformats.org/drawingml/2006/main"/>
          <a:p xmlns:a="http://schemas.openxmlformats.org/drawingml/2006/main">
            <a:r>
              <a:rPr b="1">
                <a:latin typeface="Calibri"/>
                <a:ea typeface="Calibri"/>
                <a:cs typeface="Calibri"/>
              </a:rPr>
              <a:t>Functional Requirements</a:t>
            </a:r>
          </a:p>
        </p:txBody>
      </p:sp>
      <p:sp>
        <p:nvSpPr>
          <p:cNvPr id="3" name="Content Placeholder 2">
            <a:extLst xmlns:a="http://schemas.openxmlformats.org/drawingml/2006/main">
              <a:ext uri="{FF2B5EF4-FFF2-40B4-BE49-F238E27FC236}">
                <a16:creationId xmlns:a16="http://schemas.microsoft.com/office/drawing/2014/main" id="{BF919DC1-7806-4EC5-ADCC-94347F50C91A}"/>
              </a:ext>
            </a:extLst>
          </p:cNvPr>
          <p:cNvSpPr>
            <a:spLocks xmlns:a="http://schemas.openxmlformats.org/drawingml/2006/main" noGrp="1"/>
          </p:cNvSpPr>
          <p:nvPr>
            <p:ph idx="1"/>
          </p:nvPr>
        </p:nvSpPr>
        <p:spPr>
          <a:xfrm xmlns:a="http://schemas.openxmlformats.org/drawingml/2006/main">
            <a:off x="381000" y="900113"/>
            <a:ext cx="11449050" cy="5314949"/>
          </a:xfrm>
        </p:spPr>
        <p:txBody>
          <a:bodyPr xmlns:a="http://schemas.openxmlformats.org/drawingml/2006/main">
            <a:noAutofit/>
          </a:bodyPr>
          <a:lstStyle xmlns:a="http://schemas.openxmlformats.org/drawingml/2006/main"/>
          <a:p xmlns:a="http://schemas.openxmlformats.org/drawingml/2006/main">
            <a:pPr>
              <a:lnSpc>
                <a:spcPct val="100000"/>
              </a:lnSpc>
              <a:spcBef>
                <a:spcPts val="0"/>
              </a:spcBef>
              <a:buNone/>
            </a:pPr>
            <a:r>
              <a:rPr sz="2400">
                <a:latin typeface="Times New Roman"/>
                <a:ea typeface="Times New Roman"/>
                <a:cs typeface="Times New Roman"/>
              </a:rPr>
              <a:t>The system shall allow users to sign up and log in securely.</a:t>
            </a:r>
          </a:p>
          <a:p xmlns:a="http://schemas.openxmlformats.org/drawingml/2006/main">
            <a:pPr marL="0" indent="0">
              <a:lnSpc>
                <a:spcPct val="150000"/>
              </a:lnSpc>
              <a:buNone/>
            </a:pPr>
            <a:r>
              <a:t>The system shall generate SRS documents based on user input or uploaded files.</a:t>
            </a:r>
          </a:p>
          <a:p xmlns:a="http://schemas.openxmlformats.org/drawingml/2006/main">
            <a:pPr marL="0" indent="0">
              <a:lnSpc>
                <a:spcPct val="150000"/>
              </a:lnSpc>
              <a:buNone/>
            </a:pPr>
            <a:r>
              <a:t>The system shall generate UML diagrams from SRS or system descriptions.</a:t>
            </a:r>
          </a:p>
          <a:p xmlns:a="http://schemas.openxmlformats.org/drawingml/2006/main">
            <a:pPr marL="0" indent="0">
              <a:lnSpc>
                <a:spcPct val="150000"/>
              </a:lnSpc>
              <a:buNone/>
            </a:pPr>
            <a:r>
              <a:t>The system shall analyze SRS ambiguity and provide recommendations.</a:t>
            </a:r>
          </a:p>
          <a:p xmlns:a="http://schemas.openxmlformats.org/drawingml/2006/main">
            <a:pPr marL="0" indent="0">
              <a:lnSpc>
                <a:spcPct val="150000"/>
              </a:lnSpc>
              <a:buNone/>
            </a:pPr>
            <a:r>
              <a:t>The system shall describe uploaded UML diagram images.</a:t>
            </a:r>
          </a:p>
          <a:p xmlns:a="http://schemas.openxmlformats.org/drawingml/2006/main">
            <a:pPr marL="0" indent="0">
              <a:lnSpc>
                <a:spcPct val="150000"/>
              </a:lnSpc>
              <a:buNone/>
            </a:pPr>
            <a:r>
              <a:t>The system shall allow users to download results and view history.</a:t>
            </a:r>
          </a:p>
        </p:txBody>
      </p:sp>
      <p:sp>
        <p:nvSpPr>
          <p:cNvPr id="4" name="Rectangle 3">
            <a:extLst xmlns:a="http://schemas.openxmlformats.org/drawingml/2006/main">
              <a:ext uri="{FF2B5EF4-FFF2-40B4-BE49-F238E27FC236}">
                <a16:creationId xmlns:a16="http://schemas.microsoft.com/office/drawing/2014/main" id="{8F409F9D-8961-4B7D-84AD-CC9351EB3033}"/>
              </a:ext>
            </a:extLst>
          </p:cNvPr>
          <p:cNvSpPr>
            <a:spLocks xmlns:a="http://schemas.openxmlformats.org/drawingml/2006/main" noGrp="1"/>
          </p:cNvSpPr>
          <p:nvPr/>
        </p:nvSpPr>
        <p:spPr>
          <a:xfrm xmlns:a="http://schemas.openxmlformats.org/drawingml/2006/main">
            <a:off x="0" y="6459326"/>
            <a:ext cx="12192000" cy="400110"/>
          </a:xfrm>
          <a:prstGeom xmlns:a="http://schemas.openxmlformats.org/drawingml/2006/main" prst="rect">
            <a:avLst/>
          </a:prstGeom>
          <a:solidFill xmlns:a="http://schemas.openxmlformats.org/drawingml/2006/main">
            <a:srgbClr val="0070C0"/>
          </a:solidFill>
        </p:spPr>
        <p:txBody>
          <a:bodyPr xmlns:a="http://schemas.openxmlformats.org/drawingml/2006/main" wrap="square">
            <a:spAutoFit/>
          </a:bodyPr>
          <a:lstStyle xmlns:a="http://schemas.openxmlformats.org/drawingml/2006/main"/>
          <a:p xmlns:a="http://schemas.openxmlformats.org/drawingml/2006/main">
            <a:pPr algn="ctr">
              <a:buNone/>
            </a:pPr>
            <a:r>
              <a:rPr sz="2000" b="1">
                <a:solidFill>
                  <a:schemeClr val="bg1"/>
                </a:solidFill>
              </a:rPr>
              <a:t>Department of Computer Science &amp; Information Technology, University of Chakwal</a:t>
            </a:r>
          </a:p>
        </p:txBody>
      </p:sp>
    </p:spTree>
    <p:extLst>
      <p:ext uri="{BB962C8B-B14F-4D97-AF65-F5344CB8AC3E}">
        <p14:creationId xmlns:p14="http://schemas.microsoft.com/office/powerpoint/2010/main" val="791716828"/>
      </p:ext>
    </p:extLst>
  </p:cSld>
</p:sld>
</file>

<file path=ppt/slides/slide11.xml><?xml version="1.0" encoding="utf-8"?>
<p:sld xmlns:p="http://schemas.openxmlformats.org/presentationml/2006/main">
  <p:cSld>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B60BBF37-E73F-4A3F-817F-838C640874EB}"/>
              </a:ext>
            </a:extLst>
          </p:cNvPr>
          <p:cNvSpPr>
            <a:spLocks xmlns:a="http://schemas.openxmlformats.org/drawingml/2006/main" noGrp="1"/>
          </p:cNvSpPr>
          <p:nvPr>
            <p:ph type="title" idx="0"/>
          </p:nvPr>
        </p:nvSpPr>
        <p:spPr>
          <a:xfrm xmlns:a="http://schemas.openxmlformats.org/drawingml/2006/main">
            <a:off x="242885" y="12701"/>
            <a:ext cx="11587166" cy="615949"/>
          </a:xfrm>
          <a:prstGeom xmlns:a="http://schemas.openxmlformats.org/drawingml/2006/main" prst="rect">
            <a:avLst/>
          </a:prstGeom>
          <a:solidFill xmlns:a="http://schemas.openxmlformats.org/drawingml/2006/main">
            <a:schemeClr val="accent6">
              <a:lumMod val="60000"/>
              <a:lumOff val="40000"/>
            </a:schemeClr>
          </a:solidFill>
        </p:spPr>
        <p:txBody>
          <a:bodyPr xmlns:a="http://schemas.openxmlformats.org/drawingml/2006/main">
            <a:normAutofit fontScale="86911"/>
          </a:bodyPr>
          <a:lstStyle xmlns:a="http://schemas.openxmlformats.org/drawingml/2006/main"/>
          <a:p xmlns:a="http://schemas.openxmlformats.org/drawingml/2006/main">
            <a:r>
              <a:rPr b="1">
                <a:latin typeface="Calibri"/>
                <a:ea typeface="Calibri"/>
                <a:cs typeface="Calibri"/>
              </a:rPr>
              <a:t>Diagrams - Use Case Diagram</a:t>
            </a:r>
          </a:p>
        </p:txBody>
      </p:sp>
      <p:sp>
        <p:nvSpPr>
          <p:cNvPr id="4" name="Rectangle 3">
            <a:extLst xmlns:a="http://schemas.openxmlformats.org/drawingml/2006/main">
              <a:ext uri="{FF2B5EF4-FFF2-40B4-BE49-F238E27FC236}">
                <a16:creationId xmlns:a16="http://schemas.microsoft.com/office/drawing/2014/main" id="{789E4DCD-5560-40F3-8121-247D7E4B55DC}"/>
              </a:ext>
            </a:extLst>
          </p:cNvPr>
          <p:cNvSpPr>
            <a:spLocks xmlns:a="http://schemas.openxmlformats.org/drawingml/2006/main" noGrp="1"/>
          </p:cNvSpPr>
          <p:nvPr/>
        </p:nvSpPr>
        <p:spPr>
          <a:xfrm xmlns:a="http://schemas.openxmlformats.org/drawingml/2006/main">
            <a:off x="0" y="6459326"/>
            <a:ext cx="12192000" cy="400110"/>
          </a:xfrm>
          <a:prstGeom xmlns:a="http://schemas.openxmlformats.org/drawingml/2006/main" prst="rect">
            <a:avLst/>
          </a:prstGeom>
          <a:solidFill xmlns:a="http://schemas.openxmlformats.org/drawingml/2006/main">
            <a:srgbClr val="0070C0"/>
          </a:solidFill>
        </p:spPr>
        <p:txBody>
          <a:bodyPr xmlns:a="http://schemas.openxmlformats.org/drawingml/2006/main" wrap="square">
            <a:spAutoFit/>
          </a:bodyPr>
          <a:lstStyle xmlns:a="http://schemas.openxmlformats.org/drawingml/2006/main"/>
          <a:p xmlns:a="http://schemas.openxmlformats.org/drawingml/2006/main">
            <a:pPr algn="ctr">
              <a:buNone/>
            </a:pPr>
            <a:r>
              <a:rPr sz="2000" b="1">
                <a:solidFill>
                  <a:schemeClr val="bg1"/>
                </a:solidFill>
              </a:rPr>
              <a:t>Department of Computer Science &amp; Information Technology, University of Chakwal</a:t>
            </a:r>
          </a:p>
        </p:txBody>
      </p:sp>
      <p:sp>
        <p:nvSpPr>
          <p:cNvPr id="5" name="">
            <a:extLst xmlns:a="http://schemas.openxmlformats.org/drawingml/2006/main">
              <a:ext uri="{FF2B5EF4-FFF2-40B4-BE49-F238E27FC236}">
                <a16:creationId xmlns:a16="http://schemas.microsoft.com/office/drawing/2014/main" id="{0A3A1ABE-451D-4C66-92FC-FD65F30D87BF}"/>
              </a:ext>
            </a:extLst>
          </p:cNvPr>
          <p:cNvSpPr>
            <a:spLocks xmlns:a="http://schemas.openxmlformats.org/drawingml/2006/main" noGrp="1"/>
          </p:cNvSpPr>
          <p:nvPr/>
        </p:nvSpPr>
        <p:spPr>
          <a:xfrm xmlns:a="http://schemas.openxmlformats.org/drawingml/2006/main">
            <a:off x="742950" y="1190625"/>
            <a:ext cx="10477500" cy="447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2100">
                <a:solidFill>
                  <a:srgbClr val="111827"/>
                </a:solidFill>
                <a:latin typeface="Aptos"/>
                <a:ea typeface="Aptos"/>
                <a:cs typeface="Aptos"/>
              </a:defRPr>
            </a:pPr>
            <a:r>
              <a:rPr sz="2100">
                <a:solidFill>
                  <a:srgbClr val="111827"/>
                </a:solidFill>
                <a:latin typeface="Aptos"/>
                <a:ea typeface="Aptos"/>
                <a:cs typeface="Aptos"/>
              </a:rPr>
              <a:t>Main actors: User and Admin.</a:t>
            </a:r>
          </a:p>
          <a:p xmlns:a="http://schemas.openxmlformats.org/drawingml/2006/main">
            <a:pPr>
              <a:defRPr sz="2100">
                <a:solidFill>
                  <a:srgbClr val="111827"/>
                </a:solidFill>
                <a:latin typeface="Aptos"/>
                <a:ea typeface="Aptos"/>
                <a:cs typeface="Aptos"/>
              </a:defRPr>
            </a:pPr>
            <a:r>
              <a:rPr sz="2100">
                <a:solidFill>
                  <a:srgbClr val="111827"/>
                </a:solidFill>
                <a:latin typeface="Aptos"/>
                <a:ea typeface="Aptos"/>
                <a:cs typeface="Aptos"/>
              </a:rPr>
              <a:t>User functions: sign up, log in, generate SRS, generate UML, upload UML image, check ambiguity, view history, and download output.</a:t>
            </a:r>
          </a:p>
          <a:p xmlns:a="http://schemas.openxmlformats.org/drawingml/2006/main">
            <a:pPr>
              <a:defRPr sz="2100">
                <a:solidFill>
                  <a:srgbClr val="111827"/>
                </a:solidFill>
                <a:latin typeface="Aptos"/>
                <a:ea typeface="Aptos"/>
                <a:cs typeface="Aptos"/>
              </a:defRPr>
            </a:pPr>
            <a:r>
              <a:rPr sz="2100">
                <a:solidFill>
                  <a:srgbClr val="111827"/>
                </a:solidFill>
                <a:latin typeface="Aptos"/>
                <a:ea typeface="Aptos"/>
                <a:cs typeface="Aptos"/>
              </a:rPr>
              <a:t>Admin functions: manage users and access premium features without usage limits.</a:t>
            </a:r>
          </a:p>
        </p:txBody>
      </p:sp>
    </p:spTree>
    <p:extLst>
      <p:ext uri="{BB962C8B-B14F-4D97-AF65-F5344CB8AC3E}">
        <p14:creationId xmlns:p14="http://schemas.microsoft.com/office/powerpoint/2010/main" val="4073378342"/>
      </p:ext>
    </p:extLst>
  </p:cSld>
</p:sld>
</file>

<file path=ppt/slides/slide12.xml><?xml version="1.0" encoding="utf-8"?>
<p:sld xmlns:p="http://schemas.openxmlformats.org/presentationml/2006/main">
  <p:cSld>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109760F4-99FB-40D4-B7D9-728D29E9E779}"/>
              </a:ext>
            </a:extLst>
          </p:cNvPr>
          <p:cNvSpPr>
            <a:spLocks xmlns:a="http://schemas.openxmlformats.org/drawingml/2006/main" noGrp="1"/>
          </p:cNvSpPr>
          <p:nvPr>
            <p:ph type="title" idx="0"/>
          </p:nvPr>
        </p:nvSpPr>
        <p:spPr>
          <a:xfrm xmlns:a="http://schemas.openxmlformats.org/drawingml/2006/main">
            <a:off x="242885" y="12701"/>
            <a:ext cx="11587166" cy="615949"/>
          </a:xfrm>
          <a:prstGeom xmlns:a="http://schemas.openxmlformats.org/drawingml/2006/main" prst="rect">
            <a:avLst/>
          </a:prstGeom>
          <a:solidFill xmlns:a="http://schemas.openxmlformats.org/drawingml/2006/main">
            <a:schemeClr val="accent6">
              <a:lumMod val="60000"/>
              <a:lumOff val="40000"/>
            </a:schemeClr>
          </a:solidFill>
        </p:spPr>
        <p:txBody>
          <a:bodyPr xmlns:a="http://schemas.openxmlformats.org/drawingml/2006/main">
            <a:normAutofit fontScale="86911"/>
          </a:bodyPr>
          <a:lstStyle xmlns:a="http://schemas.openxmlformats.org/drawingml/2006/main"/>
          <a:p xmlns:a="http://schemas.openxmlformats.org/drawingml/2006/main">
            <a:r>
              <a:rPr b="1">
                <a:latin typeface="Calibri"/>
                <a:ea typeface="Calibri"/>
                <a:cs typeface="Calibri"/>
              </a:rPr>
              <a:t>Diagrams - ER Diagram</a:t>
            </a:r>
          </a:p>
        </p:txBody>
      </p:sp>
      <p:sp>
        <p:nvSpPr>
          <p:cNvPr id="4" name="Rectangle 3">
            <a:extLst xmlns:a="http://schemas.openxmlformats.org/drawingml/2006/main">
              <a:ext uri="{FF2B5EF4-FFF2-40B4-BE49-F238E27FC236}">
                <a16:creationId xmlns:a16="http://schemas.microsoft.com/office/drawing/2014/main" id="{FF90139D-7B75-4358-8108-B17D29B16D18}"/>
              </a:ext>
            </a:extLst>
          </p:cNvPr>
          <p:cNvSpPr>
            <a:spLocks xmlns:a="http://schemas.openxmlformats.org/drawingml/2006/main" noGrp="1"/>
          </p:cNvSpPr>
          <p:nvPr/>
        </p:nvSpPr>
        <p:spPr>
          <a:xfrm xmlns:a="http://schemas.openxmlformats.org/drawingml/2006/main">
            <a:off x="0" y="6459326"/>
            <a:ext cx="12192000" cy="400110"/>
          </a:xfrm>
          <a:prstGeom xmlns:a="http://schemas.openxmlformats.org/drawingml/2006/main" prst="rect">
            <a:avLst/>
          </a:prstGeom>
          <a:solidFill xmlns:a="http://schemas.openxmlformats.org/drawingml/2006/main">
            <a:srgbClr val="0070C0"/>
          </a:solidFill>
        </p:spPr>
        <p:txBody>
          <a:bodyPr xmlns:a="http://schemas.openxmlformats.org/drawingml/2006/main" wrap="square">
            <a:spAutoFit/>
          </a:bodyPr>
          <a:lstStyle xmlns:a="http://schemas.openxmlformats.org/drawingml/2006/main"/>
          <a:p xmlns:a="http://schemas.openxmlformats.org/drawingml/2006/main">
            <a:pPr algn="ctr">
              <a:buNone/>
            </a:pPr>
            <a:r>
              <a:rPr sz="2000" b="1">
                <a:solidFill>
                  <a:schemeClr val="bg1"/>
                </a:solidFill>
              </a:rPr>
              <a:t>Department of Computer Science &amp; Information Technology, University of Chakwal</a:t>
            </a:r>
          </a:p>
        </p:txBody>
      </p:sp>
      <p:sp>
        <p:nvSpPr>
          <p:cNvPr id="5" name="">
            <a:extLst xmlns:a="http://schemas.openxmlformats.org/drawingml/2006/main">
              <a:ext uri="{FF2B5EF4-FFF2-40B4-BE49-F238E27FC236}">
                <a16:creationId xmlns:a16="http://schemas.microsoft.com/office/drawing/2014/main" id="{97F8DB6A-D6E2-435A-9D03-01E56530BFB3}"/>
              </a:ext>
            </a:extLst>
          </p:cNvPr>
          <p:cNvSpPr>
            <a:spLocks xmlns:a="http://schemas.openxmlformats.org/drawingml/2006/main" noGrp="1"/>
          </p:cNvSpPr>
          <p:nvPr/>
        </p:nvSpPr>
        <p:spPr>
          <a:xfrm xmlns:a="http://schemas.openxmlformats.org/drawingml/2006/main">
            <a:off x="742950" y="1190625"/>
            <a:ext cx="10477500" cy="447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2100">
                <a:solidFill>
                  <a:srgbClr val="111827"/>
                </a:solidFill>
                <a:latin typeface="Aptos"/>
                <a:ea typeface="Aptos"/>
                <a:cs typeface="Aptos"/>
              </a:defRPr>
            </a:pPr>
            <a:r>
              <a:rPr sz="2100">
                <a:solidFill>
                  <a:srgbClr val="111827"/>
                </a:solidFill>
                <a:latin typeface="Aptos"/>
                <a:ea typeface="Aptos"/>
                <a:cs typeface="Aptos"/>
              </a:rPr>
              <a:t>Core entities: users, uml_requests, uploaded_files, uml_outputs, srs_outputs, analysis_history, and subscription records.</a:t>
            </a:r>
          </a:p>
          <a:p xmlns:a="http://schemas.openxmlformats.org/drawingml/2006/main">
            <a:pPr>
              <a:defRPr sz="2100">
                <a:solidFill>
                  <a:srgbClr val="111827"/>
                </a:solidFill>
                <a:latin typeface="Aptos"/>
                <a:ea typeface="Aptos"/>
                <a:cs typeface="Aptos"/>
              </a:defRPr>
            </a:pPr>
            <a:r>
              <a:rPr sz="2100">
                <a:solidFill>
                  <a:srgbClr val="111827"/>
                </a:solidFill>
                <a:latin typeface="Aptos"/>
                <a:ea typeface="Aptos"/>
                <a:cs typeface="Aptos"/>
              </a:rPr>
              <a:t>Relationships connect users with generated requests, uploaded files, saved outputs, and billing/access status.</a:t>
            </a:r>
          </a:p>
        </p:txBody>
      </p:sp>
    </p:spTree>
    <p:extLst>
      <p:ext uri="{BB962C8B-B14F-4D97-AF65-F5344CB8AC3E}">
        <p14:creationId xmlns:p14="http://schemas.microsoft.com/office/powerpoint/2010/main" val="843249654"/>
      </p:ext>
    </p:extLst>
  </p:cSld>
</p:sld>
</file>

<file path=ppt/slides/slide13.xml><?xml version="1.0" encoding="utf-8"?>
<p:sld xmlns:p="http://schemas.openxmlformats.org/presentationml/2006/main">
  <p:cSld>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A1867FF9-9284-4FBB-9F0E-276FF4D18012}"/>
              </a:ext>
            </a:extLst>
          </p:cNvPr>
          <p:cNvSpPr>
            <a:spLocks xmlns:a="http://schemas.openxmlformats.org/drawingml/2006/main" noGrp="1"/>
          </p:cNvSpPr>
          <p:nvPr>
            <p:ph type="title" idx="0"/>
          </p:nvPr>
        </p:nvSpPr>
        <p:spPr>
          <a:xfrm xmlns:a="http://schemas.openxmlformats.org/drawingml/2006/main">
            <a:off x="242885" y="12701"/>
            <a:ext cx="11587166" cy="682624"/>
          </a:xfrm>
          <a:prstGeom xmlns:a="http://schemas.openxmlformats.org/drawingml/2006/main" prst="rect">
            <a:avLst/>
          </a:prstGeom>
          <a:solidFill xmlns:a="http://schemas.openxmlformats.org/drawingml/2006/main">
            <a:schemeClr val="accent6">
              <a:lumMod val="60000"/>
              <a:lumOff val="40000"/>
            </a:schemeClr>
          </a:solidFill>
        </p:spPr>
        <p:txBody>
          <a:bodyPr xmlns:a="http://schemas.openxmlformats.org/drawingml/2006/main">
            <a:normAutofit fontScale="97959"/>
          </a:bodyPr>
          <a:lstStyle xmlns:a="http://schemas.openxmlformats.org/drawingml/2006/main"/>
          <a:p xmlns:a="http://schemas.openxmlformats.org/drawingml/2006/main">
            <a:r>
              <a:rPr b="1">
                <a:latin typeface="Calibri"/>
                <a:ea typeface="Calibri"/>
                <a:cs typeface="Calibri"/>
              </a:rPr>
              <a:t>Diagrams - Class Diagram</a:t>
            </a:r>
          </a:p>
        </p:txBody>
      </p:sp>
      <p:sp>
        <p:nvSpPr>
          <p:cNvPr id="4" name="Rectangle 3">
            <a:extLst xmlns:a="http://schemas.openxmlformats.org/drawingml/2006/main">
              <a:ext uri="{FF2B5EF4-FFF2-40B4-BE49-F238E27FC236}">
                <a16:creationId xmlns:a16="http://schemas.microsoft.com/office/drawing/2014/main" id="{EEB246DE-B2F7-4E4D-99D7-CAEAF4BDB379}"/>
              </a:ext>
            </a:extLst>
          </p:cNvPr>
          <p:cNvSpPr>
            <a:spLocks xmlns:a="http://schemas.openxmlformats.org/drawingml/2006/main" noGrp="1"/>
          </p:cNvSpPr>
          <p:nvPr/>
        </p:nvSpPr>
        <p:spPr>
          <a:xfrm xmlns:a="http://schemas.openxmlformats.org/drawingml/2006/main">
            <a:off x="0" y="6459326"/>
            <a:ext cx="12192000" cy="400110"/>
          </a:xfrm>
          <a:prstGeom xmlns:a="http://schemas.openxmlformats.org/drawingml/2006/main" prst="rect">
            <a:avLst/>
          </a:prstGeom>
          <a:solidFill xmlns:a="http://schemas.openxmlformats.org/drawingml/2006/main">
            <a:srgbClr val="0070C0"/>
          </a:solidFill>
        </p:spPr>
        <p:txBody>
          <a:bodyPr xmlns:a="http://schemas.openxmlformats.org/drawingml/2006/main" wrap="square">
            <a:spAutoFit/>
          </a:bodyPr>
          <a:lstStyle xmlns:a="http://schemas.openxmlformats.org/drawingml/2006/main"/>
          <a:p xmlns:a="http://schemas.openxmlformats.org/drawingml/2006/main">
            <a:pPr algn="ctr">
              <a:buNone/>
            </a:pPr>
            <a:r>
              <a:rPr sz="2000" b="1">
                <a:solidFill>
                  <a:schemeClr val="bg1"/>
                </a:solidFill>
              </a:rPr>
              <a:t>Department of Computer Science &amp; Information Technology, University of Chakwal</a:t>
            </a:r>
          </a:p>
        </p:txBody>
      </p:sp>
      <p:sp>
        <p:nvSpPr>
          <p:cNvPr id="5" name="">
            <a:extLst xmlns:a="http://schemas.openxmlformats.org/drawingml/2006/main">
              <a:ext uri="{FF2B5EF4-FFF2-40B4-BE49-F238E27FC236}">
                <a16:creationId xmlns:a16="http://schemas.microsoft.com/office/drawing/2014/main" id="{03FB6351-DAE7-4705-BBB2-06954250D8F5}"/>
              </a:ext>
            </a:extLst>
          </p:cNvPr>
          <p:cNvSpPr>
            <a:spLocks xmlns:a="http://schemas.openxmlformats.org/drawingml/2006/main" noGrp="1"/>
          </p:cNvSpPr>
          <p:nvPr/>
        </p:nvSpPr>
        <p:spPr>
          <a:xfrm xmlns:a="http://schemas.openxmlformats.org/drawingml/2006/main">
            <a:off x="742950" y="1190625"/>
            <a:ext cx="10477500" cy="447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2100">
                <a:solidFill>
                  <a:srgbClr val="111827"/>
                </a:solidFill>
                <a:latin typeface="Aptos"/>
                <a:ea typeface="Aptos"/>
                <a:cs typeface="Aptos"/>
              </a:defRPr>
            </a:pPr>
            <a:r>
              <a:rPr sz="2100">
                <a:solidFill>
                  <a:srgbClr val="111827"/>
                </a:solidFill>
                <a:latin typeface="Aptos"/>
                <a:ea typeface="Aptos"/>
                <a:cs typeface="Aptos"/>
              </a:rPr>
              <a:t>Major classes include User, Admin, BackendController, SRSRequest, UMLRequest, UploadedFile, UMLOutput, AnalysisResult, BillingPlan, and HistoryRecord.</a:t>
            </a:r>
          </a:p>
          <a:p xmlns:a="http://schemas.openxmlformats.org/drawingml/2006/main">
            <a:pPr>
              <a:defRPr sz="2100">
                <a:solidFill>
                  <a:srgbClr val="111827"/>
                </a:solidFill>
                <a:latin typeface="Aptos"/>
                <a:ea typeface="Aptos"/>
                <a:cs typeface="Aptos"/>
              </a:defRPr>
            </a:pPr>
            <a:r>
              <a:rPr sz="2100">
                <a:solidFill>
                  <a:srgbClr val="111827"/>
                </a:solidFill>
                <a:latin typeface="Aptos"/>
                <a:ea typeface="Aptos"/>
                <a:cs typeface="Aptos"/>
              </a:rPr>
              <a:t>Classes are linked through request ownership, uploaded input, generated output, and account access.</a:t>
            </a:r>
          </a:p>
        </p:txBody>
      </p:sp>
    </p:spTree>
    <p:extLst>
      <p:ext uri="{BB962C8B-B14F-4D97-AF65-F5344CB8AC3E}">
        <p14:creationId xmlns:p14="http://schemas.microsoft.com/office/powerpoint/2010/main" val="3196420077"/>
      </p:ext>
    </p:extLst>
  </p:cSld>
</p:sld>
</file>

<file path=ppt/slides/slide14.xml><?xml version="1.0" encoding="utf-8"?>
<p:sld xmlns:p="http://schemas.openxmlformats.org/presentationml/2006/main">
  <p:cSld>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5F06FF8F-539F-4B4F-8E13-F5BBECC6B76E}"/>
              </a:ext>
            </a:extLst>
          </p:cNvPr>
          <p:cNvSpPr>
            <a:spLocks xmlns:a="http://schemas.openxmlformats.org/drawingml/2006/main" noGrp="1"/>
          </p:cNvSpPr>
          <p:nvPr>
            <p:ph type="title" idx="0"/>
          </p:nvPr>
        </p:nvSpPr>
        <p:spPr>
          <a:xfrm xmlns:a="http://schemas.openxmlformats.org/drawingml/2006/main">
            <a:off x="242885" y="12701"/>
            <a:ext cx="11587166" cy="682624"/>
          </a:xfrm>
          <a:prstGeom xmlns:a="http://schemas.openxmlformats.org/drawingml/2006/main" prst="rect">
            <a:avLst/>
          </a:prstGeom>
          <a:solidFill xmlns:a="http://schemas.openxmlformats.org/drawingml/2006/main">
            <a:schemeClr val="accent6">
              <a:lumMod val="60000"/>
              <a:lumOff val="40000"/>
            </a:schemeClr>
          </a:solidFill>
        </p:spPr>
        <p:txBody>
          <a:bodyPr xmlns:a="http://schemas.openxmlformats.org/drawingml/2006/main">
            <a:normAutofit fontScale="97959"/>
          </a:bodyPr>
          <a:lstStyle xmlns:a="http://schemas.openxmlformats.org/drawingml/2006/main"/>
          <a:p xmlns:a="http://schemas.openxmlformats.org/drawingml/2006/main">
            <a:r>
              <a:rPr b="1">
                <a:latin typeface="Calibri"/>
                <a:ea typeface="Calibri"/>
                <a:cs typeface="Calibri"/>
              </a:rPr>
              <a:t>Diagrams - Database Design</a:t>
            </a:r>
          </a:p>
        </p:txBody>
      </p:sp>
      <p:sp>
        <p:nvSpPr>
          <p:cNvPr id="4" name="Rectangle 3">
            <a:extLst xmlns:a="http://schemas.openxmlformats.org/drawingml/2006/main">
              <a:ext uri="{FF2B5EF4-FFF2-40B4-BE49-F238E27FC236}">
                <a16:creationId xmlns:a16="http://schemas.microsoft.com/office/drawing/2014/main" id="{0CA5571C-85A5-450F-87D6-F7647C00FA4D}"/>
              </a:ext>
            </a:extLst>
          </p:cNvPr>
          <p:cNvSpPr>
            <a:spLocks xmlns:a="http://schemas.openxmlformats.org/drawingml/2006/main" noGrp="1"/>
          </p:cNvSpPr>
          <p:nvPr/>
        </p:nvSpPr>
        <p:spPr>
          <a:xfrm xmlns:a="http://schemas.openxmlformats.org/drawingml/2006/main">
            <a:off x="0" y="6459326"/>
            <a:ext cx="12192000" cy="400110"/>
          </a:xfrm>
          <a:prstGeom xmlns:a="http://schemas.openxmlformats.org/drawingml/2006/main" prst="rect">
            <a:avLst/>
          </a:prstGeom>
          <a:solidFill xmlns:a="http://schemas.openxmlformats.org/drawingml/2006/main">
            <a:srgbClr val="0070C0"/>
          </a:solidFill>
        </p:spPr>
        <p:txBody>
          <a:bodyPr xmlns:a="http://schemas.openxmlformats.org/drawingml/2006/main" wrap="square">
            <a:spAutoFit/>
          </a:bodyPr>
          <a:lstStyle xmlns:a="http://schemas.openxmlformats.org/drawingml/2006/main"/>
          <a:p xmlns:a="http://schemas.openxmlformats.org/drawingml/2006/main">
            <a:pPr algn="ctr">
              <a:buNone/>
            </a:pPr>
            <a:r>
              <a:rPr sz="2000" b="1">
                <a:solidFill>
                  <a:schemeClr val="bg1"/>
                </a:solidFill>
              </a:rPr>
              <a:t>Department of Computer Science &amp; Information Technology, University of Chakwal</a:t>
            </a:r>
          </a:p>
        </p:txBody>
      </p:sp>
      <p:sp>
        <p:nvSpPr>
          <p:cNvPr id="5" name="">
            <a:extLst xmlns:a="http://schemas.openxmlformats.org/drawingml/2006/main">
              <a:ext uri="{FF2B5EF4-FFF2-40B4-BE49-F238E27FC236}">
                <a16:creationId xmlns:a16="http://schemas.microsoft.com/office/drawing/2014/main" id="{10C8174F-760C-4BF7-AC66-9F5A90DFD236}"/>
              </a:ext>
            </a:extLst>
          </p:cNvPr>
          <p:cNvSpPr>
            <a:spLocks xmlns:a="http://schemas.openxmlformats.org/drawingml/2006/main" noGrp="1"/>
          </p:cNvSpPr>
          <p:nvPr/>
        </p:nvSpPr>
        <p:spPr>
          <a:xfrm xmlns:a="http://schemas.openxmlformats.org/drawingml/2006/main">
            <a:off x="742950" y="1190625"/>
            <a:ext cx="10477500" cy="447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2100">
                <a:solidFill>
                  <a:srgbClr val="111827"/>
                </a:solidFill>
                <a:latin typeface="Aptos"/>
                <a:ea typeface="Aptos"/>
                <a:cs typeface="Aptos"/>
              </a:defRPr>
            </a:pPr>
            <a:r>
              <a:rPr sz="2100">
                <a:solidFill>
                  <a:srgbClr val="111827"/>
                </a:solidFill>
                <a:latin typeface="Aptos"/>
                <a:ea typeface="Aptos"/>
                <a:cs typeface="Aptos"/>
              </a:rPr>
              <a:t>The database stores registered users, generated SRS records, UML requests, uploaded file metadata, output paths, history entries, premium plan status, and admin access flags.</a:t>
            </a:r>
          </a:p>
        </p:txBody>
      </p:sp>
    </p:spTree>
    <p:extLst>
      <p:ext uri="{BB962C8B-B14F-4D97-AF65-F5344CB8AC3E}">
        <p14:creationId xmlns:p14="http://schemas.microsoft.com/office/powerpoint/2010/main" val="191402505"/>
      </p:ext>
    </p:extLst>
  </p:cSld>
</p:sld>
</file>

<file path=ppt/slides/slide15.xml><?xml version="1.0" encoding="utf-8"?>
<p:sld xmlns:p="http://schemas.openxmlformats.org/presentationml/2006/main">
  <p:cSld>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43D03DAA-7594-4FD6-A405-F7B70BC09AB3}"/>
              </a:ext>
            </a:extLst>
          </p:cNvPr>
          <p:cNvSpPr>
            <a:spLocks xmlns:a="http://schemas.openxmlformats.org/drawingml/2006/main" noGrp="1"/>
          </p:cNvSpPr>
          <p:nvPr>
            <p:ph type="title" idx="0"/>
          </p:nvPr>
        </p:nvSpPr>
        <p:spPr>
          <a:xfrm xmlns:a="http://schemas.openxmlformats.org/drawingml/2006/main">
            <a:off x="242885" y="12701"/>
            <a:ext cx="11587166" cy="682624"/>
          </a:xfrm>
          <a:prstGeom xmlns:a="http://schemas.openxmlformats.org/drawingml/2006/main" prst="rect">
            <a:avLst/>
          </a:prstGeom>
          <a:solidFill xmlns:a="http://schemas.openxmlformats.org/drawingml/2006/main">
            <a:schemeClr val="accent6">
              <a:lumMod val="60000"/>
              <a:lumOff val="40000"/>
            </a:schemeClr>
          </a:solidFill>
        </p:spPr>
        <p:txBody>
          <a:bodyPr xmlns:a="http://schemas.openxmlformats.org/drawingml/2006/main">
            <a:normAutofit fontScale="97959"/>
          </a:bodyPr>
          <a:lstStyle xmlns:a="http://schemas.openxmlformats.org/drawingml/2006/main"/>
          <a:p xmlns:a="http://schemas.openxmlformats.org/drawingml/2006/main">
            <a:r>
              <a:rPr b="1">
                <a:latin typeface="Calibri"/>
                <a:ea typeface="Calibri"/>
                <a:cs typeface="Calibri"/>
              </a:rPr>
              <a:t>Diagrams - Architecture Design Diagram</a:t>
            </a:r>
          </a:p>
        </p:txBody>
      </p:sp>
      <p:sp>
        <p:nvSpPr>
          <p:cNvPr id="4" name="Rectangle 3">
            <a:extLst xmlns:a="http://schemas.openxmlformats.org/drawingml/2006/main">
              <a:ext uri="{FF2B5EF4-FFF2-40B4-BE49-F238E27FC236}">
                <a16:creationId xmlns:a16="http://schemas.microsoft.com/office/drawing/2014/main" id="{E7FCA92D-A3BC-490A-8FDD-A5458870E0F4}"/>
              </a:ext>
            </a:extLst>
          </p:cNvPr>
          <p:cNvSpPr>
            <a:spLocks xmlns:a="http://schemas.openxmlformats.org/drawingml/2006/main" noGrp="1"/>
          </p:cNvSpPr>
          <p:nvPr/>
        </p:nvSpPr>
        <p:spPr>
          <a:xfrm xmlns:a="http://schemas.openxmlformats.org/drawingml/2006/main">
            <a:off x="0" y="6459326"/>
            <a:ext cx="12192000" cy="400110"/>
          </a:xfrm>
          <a:prstGeom xmlns:a="http://schemas.openxmlformats.org/drawingml/2006/main" prst="rect">
            <a:avLst/>
          </a:prstGeom>
          <a:solidFill xmlns:a="http://schemas.openxmlformats.org/drawingml/2006/main">
            <a:srgbClr val="0070C0"/>
          </a:solidFill>
        </p:spPr>
        <p:txBody>
          <a:bodyPr xmlns:a="http://schemas.openxmlformats.org/drawingml/2006/main" wrap="square">
            <a:spAutoFit/>
          </a:bodyPr>
          <a:lstStyle xmlns:a="http://schemas.openxmlformats.org/drawingml/2006/main"/>
          <a:p xmlns:a="http://schemas.openxmlformats.org/drawingml/2006/main">
            <a:pPr algn="ctr">
              <a:buNone/>
            </a:pPr>
            <a:r>
              <a:rPr sz="2000" b="1">
                <a:solidFill>
                  <a:schemeClr val="bg1"/>
                </a:solidFill>
              </a:rPr>
              <a:t>Department of Computer Science &amp; Information Technology, University of Chakwal</a:t>
            </a:r>
          </a:p>
        </p:txBody>
      </p:sp>
      <p:sp>
        <p:nvSpPr>
          <p:cNvPr id="5" name="">
            <a:extLst xmlns:a="http://schemas.openxmlformats.org/drawingml/2006/main">
              <a:ext uri="{FF2B5EF4-FFF2-40B4-BE49-F238E27FC236}">
                <a16:creationId xmlns:a16="http://schemas.microsoft.com/office/drawing/2014/main" id="{89FABB77-09D8-49DE-A242-1E1B8DF2C523}"/>
              </a:ext>
            </a:extLst>
          </p:cNvPr>
          <p:cNvSpPr>
            <a:spLocks xmlns:a="http://schemas.openxmlformats.org/drawingml/2006/main" noGrp="1"/>
          </p:cNvSpPr>
          <p:nvPr/>
        </p:nvSpPr>
        <p:spPr>
          <a:xfrm xmlns:a="http://schemas.openxmlformats.org/drawingml/2006/main">
            <a:off x="742950" y="1190625"/>
            <a:ext cx="10477500" cy="447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2100">
                <a:solidFill>
                  <a:srgbClr val="111827"/>
                </a:solidFill>
                <a:latin typeface="Aptos"/>
                <a:ea typeface="Aptos"/>
                <a:cs typeface="Aptos"/>
              </a:defRPr>
            </a:pPr>
            <a:r>
              <a:rPr sz="2100">
                <a:solidFill>
                  <a:srgbClr val="111827"/>
                </a:solidFill>
                <a:latin typeface="Aptos"/>
                <a:ea typeface="Aptos"/>
                <a:cs typeface="Aptos"/>
              </a:rPr>
              <a:t>Architecture layers include Frontend UI, Node.js/Express backend, Python AI modules, MySQL database, optional Gemini/OpenRouter AI services, and PlantUML/Kroki rendering for professional UML output.</a:t>
            </a:r>
          </a:p>
        </p:txBody>
      </p:sp>
    </p:spTree>
    <p:extLst>
      <p:ext uri="{BB962C8B-B14F-4D97-AF65-F5344CB8AC3E}">
        <p14:creationId xmlns:p14="http://schemas.microsoft.com/office/powerpoint/2010/main" val="803237405"/>
      </p:ext>
    </p:extLst>
  </p:cSld>
</p:sld>
</file>

<file path=ppt/slides/slide16.xml><?xml version="1.0" encoding="utf-8"?>
<p:sld xmlns:p="http://schemas.openxmlformats.org/presentationml/2006/main">
  <p:cSld>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6F11C5A5-C2A3-45E3-AA45-3E0DA8F2B46F}"/>
              </a:ext>
            </a:extLst>
          </p:cNvPr>
          <p:cNvSpPr>
            <a:spLocks xmlns:a="http://schemas.openxmlformats.org/drawingml/2006/main" noGrp="1"/>
          </p:cNvSpPr>
          <p:nvPr>
            <p:ph type="title" idx="0"/>
          </p:nvPr>
        </p:nvSpPr>
        <p:spPr>
          <a:xfrm xmlns:a="http://schemas.openxmlformats.org/drawingml/2006/main">
            <a:off x="242885" y="12701"/>
            <a:ext cx="11587166" cy="556659"/>
          </a:xfrm>
          <a:prstGeom xmlns:a="http://schemas.openxmlformats.org/drawingml/2006/main" prst="rect">
            <a:avLst/>
          </a:prstGeom>
          <a:solidFill xmlns:a="http://schemas.openxmlformats.org/drawingml/2006/main">
            <a:schemeClr val="accent6">
              <a:lumMod val="60000"/>
              <a:lumOff val="40000"/>
            </a:schemeClr>
          </a:solidFill>
        </p:spPr>
        <p:txBody>
          <a:bodyPr xmlns:a="http://schemas.openxmlformats.org/drawingml/2006/main">
            <a:normAutofit fontScale="77086"/>
          </a:bodyPr>
          <a:lstStyle xmlns:a="http://schemas.openxmlformats.org/drawingml/2006/main"/>
          <a:p xmlns:a="http://schemas.openxmlformats.org/drawingml/2006/main">
            <a:r>
              <a:rPr b="1">
                <a:latin typeface="Calibri"/>
                <a:ea typeface="Calibri"/>
                <a:cs typeface="Calibri"/>
              </a:rPr>
              <a:t>Diagrams - Sequence Diagram</a:t>
            </a:r>
          </a:p>
        </p:txBody>
      </p:sp>
      <p:sp>
        <p:nvSpPr>
          <p:cNvPr id="6" name="Rectangle 5">
            <a:extLst xmlns:a="http://schemas.openxmlformats.org/drawingml/2006/main">
              <a:ext uri="{FF2B5EF4-FFF2-40B4-BE49-F238E27FC236}">
                <a16:creationId xmlns:a16="http://schemas.microsoft.com/office/drawing/2014/main" id="{76A9A85A-E28D-4266-B101-9A3880FE44F1}"/>
              </a:ext>
            </a:extLst>
          </p:cNvPr>
          <p:cNvSpPr>
            <a:spLocks xmlns:a="http://schemas.openxmlformats.org/drawingml/2006/main" noGrp="1"/>
          </p:cNvSpPr>
          <p:nvPr/>
        </p:nvSpPr>
        <p:spPr>
          <a:xfrm xmlns:a="http://schemas.openxmlformats.org/drawingml/2006/main">
            <a:off x="0" y="6459326"/>
            <a:ext cx="12192000" cy="400110"/>
          </a:xfrm>
          <a:prstGeom xmlns:a="http://schemas.openxmlformats.org/drawingml/2006/main" prst="rect">
            <a:avLst/>
          </a:prstGeom>
          <a:solidFill xmlns:a="http://schemas.openxmlformats.org/drawingml/2006/main">
            <a:srgbClr val="0070C0"/>
          </a:solidFill>
        </p:spPr>
        <p:txBody>
          <a:bodyPr xmlns:a="http://schemas.openxmlformats.org/drawingml/2006/main" wrap="square">
            <a:spAutoFit/>
          </a:bodyPr>
          <a:lstStyle xmlns:a="http://schemas.openxmlformats.org/drawingml/2006/main"/>
          <a:p xmlns:a="http://schemas.openxmlformats.org/drawingml/2006/main">
            <a:pPr algn="ctr">
              <a:buNone/>
            </a:pPr>
            <a:r>
              <a:rPr sz="2000" b="1">
                <a:solidFill>
                  <a:schemeClr val="bg1"/>
                </a:solidFill>
              </a:rPr>
              <a:t>Department of Computer Science &amp; Information Technology, University of Chakwal</a:t>
            </a:r>
          </a:p>
        </p:txBody>
      </p:sp>
      <p:sp>
        <p:nvSpPr>
          <p:cNvPr id="7" name="">
            <a:extLst xmlns:a="http://schemas.openxmlformats.org/drawingml/2006/main">
              <a:ext uri="{FF2B5EF4-FFF2-40B4-BE49-F238E27FC236}">
                <a16:creationId xmlns:a16="http://schemas.microsoft.com/office/drawing/2014/main" id="{32D6E8DD-6603-404F-8E6F-069E06B61AAF}"/>
              </a:ext>
            </a:extLst>
          </p:cNvPr>
          <p:cNvSpPr>
            <a:spLocks xmlns:a="http://schemas.openxmlformats.org/drawingml/2006/main" noGrp="1"/>
          </p:cNvSpPr>
          <p:nvPr/>
        </p:nvSpPr>
        <p:spPr>
          <a:xfrm xmlns:a="http://schemas.openxmlformats.org/drawingml/2006/main">
            <a:off x="742950" y="1190625"/>
            <a:ext cx="10477500" cy="447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2100">
                <a:solidFill>
                  <a:srgbClr val="111827"/>
                </a:solidFill>
                <a:latin typeface="Aptos"/>
                <a:ea typeface="Aptos"/>
                <a:cs typeface="Aptos"/>
              </a:defRPr>
            </a:pPr>
            <a:r>
              <a:rPr sz="2100">
                <a:solidFill>
                  <a:srgbClr val="111827"/>
                </a:solidFill>
                <a:latin typeface="Aptos"/>
                <a:ea typeface="Aptos"/>
                <a:cs typeface="Aptos"/>
              </a:rPr>
              <a:t>Typical flow: user enters a project idea or uploads a file, frontend sends a request to backend, backend extracts content, AI service generates SRS/UML/analysis, result is saved in MySQL, and the output is returned for preview and download.</a:t>
            </a:r>
          </a:p>
        </p:txBody>
      </p:sp>
    </p:spTree>
    <p:extLst>
      <p:ext uri="{BB962C8B-B14F-4D97-AF65-F5344CB8AC3E}">
        <p14:creationId xmlns:p14="http://schemas.microsoft.com/office/powerpoint/2010/main" val="1276945123"/>
      </p:ext>
    </p:extLst>
  </p:cSld>
</p:sld>
</file>

<file path=ppt/slides/slide17.xml><?xml version="1.0" encoding="utf-8"?>
<p:sld xmlns:p="http://schemas.openxmlformats.org/presentationml/2006/main">
  <p:cSld>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6DBB1473-40F9-44FB-B938-DB6EF1C70051}"/>
              </a:ext>
            </a:extLst>
          </p:cNvPr>
          <p:cNvSpPr>
            <a:spLocks xmlns:a="http://schemas.openxmlformats.org/drawingml/2006/main" noGrp="1"/>
          </p:cNvSpPr>
          <p:nvPr>
            <p:ph type="title" idx="0"/>
          </p:nvPr>
        </p:nvSpPr>
        <p:spPr>
          <a:xfrm xmlns:a="http://schemas.openxmlformats.org/drawingml/2006/main">
            <a:off x="242885" y="12701"/>
            <a:ext cx="11587166" cy="634999"/>
          </a:xfrm>
          <a:prstGeom xmlns:a="http://schemas.openxmlformats.org/drawingml/2006/main" prst="rect">
            <a:avLst/>
          </a:prstGeom>
          <a:solidFill xmlns:a="http://schemas.openxmlformats.org/drawingml/2006/main">
            <a:schemeClr val="accent6">
              <a:lumMod val="60000"/>
              <a:lumOff val="40000"/>
            </a:schemeClr>
          </a:solidFill>
        </p:spPr>
        <p:txBody>
          <a:bodyPr xmlns:a="http://schemas.openxmlformats.org/drawingml/2006/main">
            <a:normAutofit fontScale="90067"/>
          </a:bodyPr>
          <a:lstStyle xmlns:a="http://schemas.openxmlformats.org/drawingml/2006/main"/>
          <a:p xmlns:a="http://schemas.openxmlformats.org/drawingml/2006/main">
            <a:r>
              <a:rPr b="1">
                <a:latin typeface="Calibri"/>
                <a:ea typeface="Calibri"/>
                <a:cs typeface="Calibri"/>
              </a:rPr>
              <a:t>Tasks Distribution</a:t>
            </a:r>
          </a:p>
        </p:txBody>
      </p:sp>
      <p:graphicFrame>
        <p:nvGraphicFramePr>
          <p:cNvPr id="9" name="Content Placeholder 3"/>
          <p:cNvGraphicFramePr/>
          <p:nvPr/>
        </p:nvGraphicFramePr>
        <p:xfrm>
          <a:off xmlns:a="http://schemas.openxmlformats.org/drawingml/2006/main" x="414337" y="1271588"/>
          <a:ext xmlns:a="http://schemas.openxmlformats.org/drawingml/2006/main" cx="11415714" cy="4417695"/>
        </p:xfrm>
        <a:graphic xmlns:a="http://schemas.openxmlformats.org/drawingml/2006/main">
          <a:graphicData uri="http://schemas.openxmlformats.org/drawingml/2006/table">
            <a:tbl>
              <a:tblPr firstRow="1" bandRow="1">
                <a:tableStyleId>{5940675A-B579-460E-94D1-54222C63F5DA}</a:tableStyleId>
              </a:tblPr>
              <a:tblGrid>
                <a:gridCol w="2780560"/>
                <a:gridCol w="8635154"/>
              </a:tblGrid>
              <a:tr h="485775">
                <a:tc>
                  <a:txBody>
                    <a:bodyPr/>
                    <a:lstStyle/>
                    <a:p>
                      <a:pPr algn="ctr">
                        <a:buNone/>
                      </a:pPr>
                      <a:r>
                        <a:rPr sz="2400" b="1">
                          <a:latin typeface="Times New Roman"/>
                          <a:ea typeface="Times New Roman"/>
                          <a:cs typeface="Times New Roman"/>
                        </a:rPr>
                        <a:t>Group Members</a:t>
                      </a:r>
                    </a:p>
                  </a:txBody>
                  <a:tcPr marL="91440" marR="91440" marT="45720" marB="45720">
                    <a:solidFill>
                      <a:schemeClr val="accent6">
                        <a:lumMod val="40000"/>
                        <a:lumOff val="60000"/>
                      </a:schemeClr>
                    </a:solidFill>
                  </a:tcPr>
                </a:tc>
                <a:tc>
                  <a:txBody>
                    <a:bodyPr/>
                    <a:lstStyle/>
                    <a:p>
                      <a:pPr algn="l">
                        <a:buNone/>
                      </a:pPr>
                      <a:r>
                        <a:rPr sz="2400" b="1">
                          <a:latin typeface="Times New Roman"/>
                          <a:ea typeface="Times New Roman"/>
                          <a:cs typeface="Times New Roman"/>
                        </a:rPr>
                        <a:t>Responsibilities</a:t>
                      </a:r>
                    </a:p>
                  </a:txBody>
                  <a:tcPr marL="91440" marR="91440" marT="45720" marB="45720">
                    <a:solidFill>
                      <a:schemeClr val="accent6">
                        <a:lumMod val="40000"/>
                        <a:lumOff val="60000"/>
                      </a:schemeClr>
                    </a:solidFill>
                  </a:tcPr>
                </a:tc>
              </a:tr>
              <a:tr h="957263">
                <a:tc>
                  <a:txBody>
                    <a:bodyPr/>
                    <a:lstStyle/>
                    <a:p>
                      <a:pPr algn="l">
                        <a:buNone/>
                      </a:pPr>
                      <a:r>
                        <a:rPr sz="2000" b="1">
                          <a:latin typeface="Times New Roman"/>
                          <a:ea typeface="Times New Roman"/>
                          <a:cs typeface="Times New Roman"/>
                        </a:rPr>
                        <a:t>Nayab Nazir</a:t>
                      </a:r>
                    </a:p>
                  </a:txBody>
                  <a:tcPr marL="91440" marR="91440" marT="45720" marB="45720"/>
                </a:tc>
                <a:tc>
                  <a:txBody>
                    <a:bodyPr/>
                    <a:lstStyle/>
                    <a:p>
                      <a:pPr algn="l">
                        <a:buChar char="•"/>
                      </a:pPr>
                      <a:r>
                        <a:rPr sz="2000">
                          <a:latin typeface="Times New Roman"/>
                          <a:ea typeface="Times New Roman"/>
                          <a:cs typeface="Times New Roman"/>
                        </a:rPr>
                        <a:t>Backend development, database integration, AI services, SRS generation, UML generation, billing/access control, and frontend integration.</a:t>
                      </a:r>
                    </a:p>
                  </a:txBody>
                  <a:tcPr marL="91440" marR="91440" marT="45720" marB="45720"/>
                </a:tc>
              </a:tr>
              <a:tr h="957263">
                <a:tc>
                  <a:txBody>
                    <a:bodyPr/>
                    <a:lstStyle/>
                    <a:p>
                      <a:pPr algn="l">
                        <a:buNone/>
                      </a:pPr>
                      <a:r>
                        <a:rPr sz="2000" b="1">
                          <a:latin typeface="Times New Roman"/>
                          <a:ea typeface="Times New Roman"/>
                          <a:cs typeface="Times New Roman"/>
                        </a:rPr>
                        <a:t>Laiba Arshad</a:t>
                      </a:r>
                    </a:p>
                  </a:txBody>
                  <a:tcPr marL="91440" marR="91440" marT="45720" marB="45720"/>
                </a:tc>
                <a:tc>
                  <a:txBody>
                    <a:bodyPr/>
                    <a:lstStyle/>
                    <a:p>
                      <a:pPr marL="0" indent="0" algn="l">
                        <a:lnSpc>
                          <a:spcPct val="100000"/>
                        </a:lnSpc>
                        <a:buChar char="•"/>
                      </a:pPr>
                      <a:r>
                        <a:rPr sz="2000">
                          <a:latin typeface="Times New Roman"/>
                          <a:ea typeface="Times New Roman"/>
                          <a:cs typeface="Times New Roman"/>
                        </a:rPr>
                        <a:t>Documentation, SRS content review, requirement validation, test cases, and report support.</a:t>
                      </a:r>
                    </a:p>
                  </a:txBody>
                  <a:tcPr marL="91440" marR="91440" marT="45720" marB="45720"/>
                </a:tc>
              </a:tr>
              <a:tr h="957263">
                <a:tc>
                  <a:txBody>
                    <a:bodyPr/>
                    <a:lstStyle/>
                    <a:p>
                      <a:pPr algn="l">
                        <a:buNone/>
                      </a:pPr>
                      <a:r>
                        <a:rPr sz="2000" b="1">
                          <a:latin typeface="Times New Roman"/>
                          <a:ea typeface="Times New Roman"/>
                          <a:cs typeface="Times New Roman"/>
                        </a:rPr>
                        <a:t>Alishba Rustam</a:t>
                      </a:r>
                    </a:p>
                  </a:txBody>
                  <a:tcPr marL="91440" marR="91440" marT="45720" marB="45720"/>
                </a:tc>
                <a:tc>
                  <a:txBody>
                    <a:bodyPr/>
                    <a:lstStyle/>
                    <a:p>
                      <a:pPr marL="0" indent="0" algn="l">
                        <a:lnSpc>
                          <a:spcPct val="100000"/>
                        </a:lnSpc>
                        <a:buChar char="•"/>
                      </a:pPr>
                      <a:r>
                        <a:rPr sz="2000">
                          <a:latin typeface="Times New Roman"/>
                          <a:ea typeface="Times New Roman"/>
                          <a:cs typeface="Times New Roman"/>
                        </a:rPr>
                        <a:t>Presentation preparation, UI testing, sample data collection, screenshots, and final demonstration support.</a:t>
                      </a:r>
                    </a:p>
                  </a:txBody>
                  <a:tcPr marL="91440" marR="91440" marT="45720" marB="45720"/>
                </a:tc>
              </a:tr>
            </a:tbl>
          </a:graphicData>
        </a:graphic>
      </p:graphicFrame>
      <p:sp>
        <p:nvSpPr>
          <p:cNvPr id="6" name="Rectangle 5">
            <a:extLst xmlns:a="http://schemas.openxmlformats.org/drawingml/2006/main">
              <a:ext uri="{FF2B5EF4-FFF2-40B4-BE49-F238E27FC236}">
                <a16:creationId xmlns:a16="http://schemas.microsoft.com/office/drawing/2014/main" id="{DCB17C77-6140-4C19-B9C3-01CBBE813664}"/>
              </a:ext>
            </a:extLst>
          </p:cNvPr>
          <p:cNvSpPr>
            <a:spLocks xmlns:a="http://schemas.openxmlformats.org/drawingml/2006/main" noGrp="1"/>
          </p:cNvSpPr>
          <p:nvPr/>
        </p:nvSpPr>
        <p:spPr>
          <a:xfrm xmlns:a="http://schemas.openxmlformats.org/drawingml/2006/main">
            <a:off x="0" y="6459326"/>
            <a:ext cx="12192000" cy="400110"/>
          </a:xfrm>
          <a:prstGeom xmlns:a="http://schemas.openxmlformats.org/drawingml/2006/main" prst="rect">
            <a:avLst/>
          </a:prstGeom>
          <a:solidFill xmlns:a="http://schemas.openxmlformats.org/drawingml/2006/main">
            <a:srgbClr val="0070C0"/>
          </a:solidFill>
        </p:spPr>
        <p:txBody>
          <a:bodyPr xmlns:a="http://schemas.openxmlformats.org/drawingml/2006/main" wrap="square">
            <a:spAutoFit/>
          </a:bodyPr>
          <a:lstStyle xmlns:a="http://schemas.openxmlformats.org/drawingml/2006/main"/>
          <a:p xmlns:a="http://schemas.openxmlformats.org/drawingml/2006/main">
            <a:pPr algn="ctr">
              <a:buNone/>
            </a:pPr>
            <a:r>
              <a:rPr sz="2000" b="1">
                <a:solidFill>
                  <a:schemeClr val="bg1"/>
                </a:solidFill>
              </a:rPr>
              <a:t>Department of Computer Science &amp; Information Technology, University of Chakwal</a:t>
            </a:r>
          </a:p>
        </p:txBody>
      </p:sp>
    </p:spTree>
    <p:extLst>
      <p:ext uri="{BB962C8B-B14F-4D97-AF65-F5344CB8AC3E}">
        <p14:creationId xmlns:p14="http://schemas.microsoft.com/office/powerpoint/2010/main" val="1099295564"/>
      </p:ext>
    </p:extLst>
  </p:cSld>
</p:sld>
</file>

<file path=ppt/slides/slide18.xml><?xml version="1.0" encoding="utf-8"?>
<p:sld xmlns:p="http://schemas.openxmlformats.org/presentationml/2006/main">
  <p:cSld>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36044491-627B-4880-8F45-20248D690120}"/>
              </a:ext>
            </a:extLst>
          </p:cNvPr>
          <p:cNvSpPr>
            <a:spLocks xmlns:a="http://schemas.openxmlformats.org/drawingml/2006/main" noGrp="1"/>
          </p:cNvSpPr>
          <p:nvPr>
            <p:ph type="title" idx="0"/>
          </p:nvPr>
        </p:nvSpPr>
        <p:spPr>
          <a:xfrm xmlns:a="http://schemas.openxmlformats.org/drawingml/2006/main">
            <a:off x="242885" y="12701"/>
            <a:ext cx="11587166" cy="596899"/>
          </a:xfrm>
          <a:prstGeom xmlns:a="http://schemas.openxmlformats.org/drawingml/2006/main" prst="rect">
            <a:avLst/>
          </a:prstGeom>
          <a:solidFill xmlns:a="http://schemas.openxmlformats.org/drawingml/2006/main">
            <a:schemeClr val="accent6">
              <a:lumMod val="60000"/>
              <a:lumOff val="40000"/>
            </a:schemeClr>
          </a:solidFill>
        </p:spPr>
        <p:txBody>
          <a:bodyPr xmlns:a="http://schemas.openxmlformats.org/drawingml/2006/main">
            <a:normAutofit fontScale="83754"/>
          </a:bodyPr>
          <a:lstStyle xmlns:a="http://schemas.openxmlformats.org/drawingml/2006/main"/>
          <a:p xmlns:a="http://schemas.openxmlformats.org/drawingml/2006/main">
            <a:r>
              <a:rPr b="1">
                <a:latin typeface="Calibri"/>
                <a:ea typeface="Calibri"/>
                <a:cs typeface="Calibri"/>
              </a:rPr>
              <a:t>Tools &amp; Technologies</a:t>
            </a:r>
          </a:p>
        </p:txBody>
      </p:sp>
      <p:sp>
        <p:nvSpPr>
          <p:cNvPr id="10" name="Rectangle 9">
            <a:extLst xmlns:a="http://schemas.openxmlformats.org/drawingml/2006/main">
              <a:ext uri="{FF2B5EF4-FFF2-40B4-BE49-F238E27FC236}">
                <a16:creationId xmlns:a16="http://schemas.microsoft.com/office/drawing/2014/main" id="{B1601894-6E7A-45D0-8255-3ABEB56BBA56}"/>
              </a:ext>
            </a:extLst>
          </p:cNvPr>
          <p:cNvSpPr>
            <a:spLocks xmlns:a="http://schemas.openxmlformats.org/drawingml/2006/main" noGrp="1"/>
          </p:cNvSpPr>
          <p:nvPr/>
        </p:nvSpPr>
        <p:spPr>
          <a:xfrm xmlns:a="http://schemas.openxmlformats.org/drawingml/2006/main">
            <a:off x="0" y="6459326"/>
            <a:ext cx="12192000" cy="400110"/>
          </a:xfrm>
          <a:prstGeom xmlns:a="http://schemas.openxmlformats.org/drawingml/2006/main" prst="rect">
            <a:avLst/>
          </a:prstGeom>
          <a:solidFill xmlns:a="http://schemas.openxmlformats.org/drawingml/2006/main">
            <a:srgbClr val="0070C0"/>
          </a:solidFill>
        </p:spPr>
        <p:txBody>
          <a:bodyPr xmlns:a="http://schemas.openxmlformats.org/drawingml/2006/main" wrap="square">
            <a:spAutoFit/>
          </a:bodyPr>
          <a:lstStyle xmlns:a="http://schemas.openxmlformats.org/drawingml/2006/main"/>
          <a:p xmlns:a="http://schemas.openxmlformats.org/drawingml/2006/main">
            <a:pPr algn="ctr">
              <a:buNone/>
            </a:pPr>
            <a:r>
              <a:rPr sz="2000" b="1">
                <a:solidFill>
                  <a:schemeClr val="bg1"/>
                </a:solidFill>
              </a:rPr>
              <a:t>Department of Computer Science &amp; Information Technology, University of Chakwal</a:t>
            </a:r>
          </a:p>
        </p:txBody>
      </p:sp>
      <p:sp>
        <p:nvSpPr>
          <p:cNvPr id="11" name="">
            <a:extLst xmlns:a="http://schemas.openxmlformats.org/drawingml/2006/main">
              <a:ext uri="{FF2B5EF4-FFF2-40B4-BE49-F238E27FC236}">
                <a16:creationId xmlns:a16="http://schemas.microsoft.com/office/drawing/2014/main" id="{F0D89703-0194-447B-91B1-3A16E372B553}"/>
              </a:ext>
            </a:extLst>
          </p:cNvPr>
          <p:cNvSpPr>
            <a:spLocks xmlns:a="http://schemas.openxmlformats.org/drawingml/2006/main" noGrp="1"/>
          </p:cNvSpPr>
          <p:nvPr/>
        </p:nvSpPr>
        <p:spPr>
          <a:xfrm xmlns:a="http://schemas.openxmlformats.org/drawingml/2006/main">
            <a:off x="742950" y="1190625"/>
            <a:ext cx="10477500" cy="447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2100">
                <a:solidFill>
                  <a:srgbClr val="111827"/>
                </a:solidFill>
                <a:latin typeface="Aptos"/>
                <a:ea typeface="Aptos"/>
                <a:cs typeface="Aptos"/>
              </a:defRPr>
            </a:pPr>
            <a:r>
              <a:rPr sz="2100">
                <a:solidFill>
                  <a:srgbClr val="111827"/>
                </a:solidFill>
                <a:latin typeface="Aptos"/>
                <a:ea typeface="Aptos"/>
                <a:cs typeface="Aptos"/>
              </a:rPr>
              <a:t>Frontend: HTML, CSS, JavaScript</a:t>
            </a:r>
          </a:p>
          <a:p xmlns:a="http://schemas.openxmlformats.org/drawingml/2006/main">
            <a:pPr>
              <a:defRPr sz="2100">
                <a:solidFill>
                  <a:srgbClr val="111827"/>
                </a:solidFill>
                <a:latin typeface="Aptos"/>
                <a:ea typeface="Aptos"/>
                <a:cs typeface="Aptos"/>
              </a:defRPr>
            </a:pPr>
            <a:r>
              <a:rPr sz="2100">
                <a:solidFill>
                  <a:srgbClr val="111827"/>
                </a:solidFill>
                <a:latin typeface="Aptos"/>
                <a:ea typeface="Aptos"/>
                <a:cs typeface="Aptos"/>
              </a:rPr>
              <a:t>Backend: Node.js, Express.js, Python AI modules</a:t>
            </a:r>
          </a:p>
          <a:p xmlns:a="http://schemas.openxmlformats.org/drawingml/2006/main">
            <a:pPr>
              <a:defRPr sz="2100">
                <a:solidFill>
                  <a:srgbClr val="111827"/>
                </a:solidFill>
                <a:latin typeface="Aptos"/>
                <a:ea typeface="Aptos"/>
                <a:cs typeface="Aptos"/>
              </a:defRPr>
            </a:pPr>
            <a:r>
              <a:rPr sz="2100">
                <a:solidFill>
                  <a:srgbClr val="111827"/>
                </a:solidFill>
                <a:latin typeface="Aptos"/>
                <a:ea typeface="Aptos"/>
                <a:cs typeface="Aptos"/>
              </a:rPr>
              <a:t>Database: MySQL with MySQL Workbench</a:t>
            </a:r>
          </a:p>
          <a:p xmlns:a="http://schemas.openxmlformats.org/drawingml/2006/main">
            <a:pPr>
              <a:defRPr sz="2100">
                <a:solidFill>
                  <a:srgbClr val="111827"/>
                </a:solidFill>
                <a:latin typeface="Aptos"/>
                <a:ea typeface="Aptos"/>
                <a:cs typeface="Aptos"/>
              </a:defRPr>
            </a:pPr>
            <a:r>
              <a:rPr sz="2100">
                <a:solidFill>
                  <a:srgbClr val="111827"/>
                </a:solidFill>
                <a:latin typeface="Aptos"/>
                <a:ea typeface="Aptos"/>
                <a:cs typeface="Aptos"/>
              </a:rPr>
              <a:t>AI/ML: scikit-learn, joblib, TF-IDF, rule-based ambiguity detection</a:t>
            </a:r>
          </a:p>
          <a:p xmlns:a="http://schemas.openxmlformats.org/drawingml/2006/main">
            <a:pPr>
              <a:defRPr sz="2100">
                <a:solidFill>
                  <a:srgbClr val="111827"/>
                </a:solidFill>
                <a:latin typeface="Aptos"/>
                <a:ea typeface="Aptos"/>
                <a:cs typeface="Aptos"/>
              </a:defRPr>
            </a:pPr>
            <a:r>
              <a:rPr sz="2100">
                <a:solidFill>
                  <a:srgbClr val="111827"/>
                </a:solidFill>
                <a:latin typeface="Aptos"/>
                <a:ea typeface="Aptos"/>
                <a:cs typeface="Aptos"/>
              </a:rPr>
              <a:t>OCR/Vision: OpenCV, Tesseract OCR, Pillow</a:t>
            </a:r>
          </a:p>
          <a:p xmlns:a="http://schemas.openxmlformats.org/drawingml/2006/main">
            <a:pPr>
              <a:defRPr sz="2100">
                <a:solidFill>
                  <a:srgbClr val="111827"/>
                </a:solidFill>
                <a:latin typeface="Aptos"/>
                <a:ea typeface="Aptos"/>
                <a:cs typeface="Aptos"/>
              </a:defRPr>
            </a:pPr>
            <a:r>
              <a:rPr sz="2100">
                <a:solidFill>
                  <a:srgbClr val="111827"/>
                </a:solidFill>
                <a:latin typeface="Aptos"/>
                <a:ea typeface="Aptos"/>
                <a:cs typeface="Aptos"/>
              </a:rPr>
              <a:t>Documents: PDF.js, DOCX extraction, PDF/DOC/TXT exports</a:t>
            </a:r>
          </a:p>
          <a:p xmlns:a="http://schemas.openxmlformats.org/drawingml/2006/main">
            <a:pPr>
              <a:defRPr sz="2100">
                <a:solidFill>
                  <a:srgbClr val="111827"/>
                </a:solidFill>
                <a:latin typeface="Aptos"/>
                <a:ea typeface="Aptos"/>
                <a:cs typeface="Aptos"/>
              </a:defRPr>
            </a:pPr>
            <a:r>
              <a:rPr sz="2100">
                <a:solidFill>
                  <a:srgbClr val="111827"/>
                </a:solidFill>
                <a:latin typeface="Aptos"/>
                <a:ea typeface="Aptos"/>
                <a:cs typeface="Aptos"/>
              </a:rPr>
              <a:t>External/Optional: Gemini API, OpenRouter fallback, PlantUML/Kroki rendering</a:t>
            </a:r>
          </a:p>
        </p:txBody>
      </p:sp>
    </p:spTree>
    <p:extLst>
      <p:ext uri="{BB962C8B-B14F-4D97-AF65-F5344CB8AC3E}">
        <p14:creationId xmlns:p14="http://schemas.microsoft.com/office/powerpoint/2010/main" val="3309811161"/>
      </p:ext>
    </p:extLst>
  </p:cSld>
</p:sld>
</file>

<file path=ppt/slides/slide19.xml><?xml version="1.0" encoding="utf-8"?>
<p:sld xmlns:p="http://schemas.openxmlformats.org/presentationml/2006/main">
  <p:cSld>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60477808-6BBD-4DD1-99CB-76E4873526B5}"/>
              </a:ext>
            </a:extLst>
          </p:cNvPr>
          <p:cNvSpPr>
            <a:spLocks xmlns:a="http://schemas.openxmlformats.org/drawingml/2006/main" noGrp="1"/>
          </p:cNvSpPr>
          <p:nvPr>
            <p:ph type="title" idx="0"/>
          </p:nvPr>
        </p:nvSpPr>
        <p:spPr>
          <a:xfrm xmlns:a="http://schemas.openxmlformats.org/drawingml/2006/main">
            <a:off x="242885" y="12701"/>
            <a:ext cx="11587166" cy="625474"/>
          </a:xfrm>
          <a:prstGeom xmlns:a="http://schemas.openxmlformats.org/drawingml/2006/main" prst="rect">
            <a:avLst/>
          </a:prstGeom>
          <a:solidFill xmlns:a="http://schemas.openxmlformats.org/drawingml/2006/main">
            <a:schemeClr val="accent6">
              <a:lumMod val="60000"/>
              <a:lumOff val="40000"/>
            </a:schemeClr>
          </a:solidFill>
        </p:spPr>
        <p:txBody>
          <a:bodyPr xmlns:a="http://schemas.openxmlformats.org/drawingml/2006/main">
            <a:normAutofit fontScale="90000"/>
          </a:bodyPr>
          <a:lstStyle xmlns:a="http://schemas.openxmlformats.org/drawingml/2006/main"/>
          <a:p xmlns:a="http://schemas.openxmlformats.org/drawingml/2006/main">
            <a:r>
              <a:rPr b="1">
                <a:latin typeface="Calibri"/>
                <a:ea typeface="Calibri"/>
                <a:cs typeface="Calibri"/>
              </a:rPr>
              <a:t>Screenshots</a:t>
            </a:r>
          </a:p>
        </p:txBody>
      </p:sp>
      <p:pic>
        <p:nvPicPr>
          <p:cNvPr id="13" name="Picture 12"/>
          <p:cNvPicPr>
            <a:picLocks xmlns:a="http://schemas.openxmlformats.org/drawingml/2006/main" noChangeAspect="1"/>
          </p:cNvPicPr>
          <p:nvPr/>
        </p:nvPicPr>
        <p:blipFill>
          <a:blip xmlns:r="http://schemas.openxmlformats.org/officeDocument/2006/relationships" xmlns:a="http://schemas.openxmlformats.org/drawingml/2006/main" r:embed="R27983f69d5a5453d"/>
          <a:srcRect xmlns:a="http://schemas.openxmlformats.org/drawingml/2006/main" l="0" t="0" r="0" b="0"/>
          <a:stretch xmlns:a="http://schemas.openxmlformats.org/drawingml/2006/main">
            <a:fillRect l="0" t="0" r="0" b="0"/>
          </a:stretch>
        </p:blipFill>
        <p:spPr>
          <a:xfrm xmlns:a="http://schemas.openxmlformats.org/drawingml/2006/main">
            <a:off x="233359" y="1041774"/>
            <a:ext cx="2433045" cy="4664710"/>
          </a:xfrm>
          <a:prstGeom xmlns:a="http://schemas.openxmlformats.org/drawingml/2006/main" prst="rect">
            <a:avLst/>
          </a:prstGeom>
          <a:ln xmlns:a="http://schemas.openxmlformats.org/drawingml/2006/main">
            <a:noFill/>
          </a:ln>
        </p:spPr>
      </p:pic>
      <p:pic>
        <p:nvPicPr>
          <p:cNvPr id="14" name="Picture 13"/>
          <p:cNvPicPr>
            <a:picLocks xmlns:a="http://schemas.openxmlformats.org/drawingml/2006/main" noChangeAspect="1"/>
          </p:cNvPicPr>
          <p:nvPr/>
        </p:nvPicPr>
        <p:blipFill>
          <a:blip xmlns:r="http://schemas.openxmlformats.org/officeDocument/2006/relationships" xmlns:a="http://schemas.openxmlformats.org/drawingml/2006/main" r:embed="Rb8ae9aad30e44822"/>
          <a:srcRect xmlns:a="http://schemas.openxmlformats.org/drawingml/2006/main" l="0" t="0" r="0" b="0"/>
          <a:stretch xmlns:a="http://schemas.openxmlformats.org/drawingml/2006/main">
            <a:fillRect l="0" t="0" r="0" b="0"/>
          </a:stretch>
        </p:blipFill>
        <p:spPr>
          <a:xfrm xmlns:a="http://schemas.openxmlformats.org/drawingml/2006/main">
            <a:off x="3100423" y="1047407"/>
            <a:ext cx="2433044" cy="4763185"/>
          </a:xfrm>
          <a:prstGeom xmlns:a="http://schemas.openxmlformats.org/drawingml/2006/main" prst="rect">
            <a:avLst/>
          </a:prstGeom>
          <a:ln xmlns:a="http://schemas.openxmlformats.org/drawingml/2006/main">
            <a:noFill/>
          </a:ln>
        </p:spPr>
      </p:pic>
      <p:sp>
        <p:nvSpPr>
          <p:cNvPr id="6" name="Rectangle 5">
            <a:extLst xmlns:a="http://schemas.openxmlformats.org/drawingml/2006/main">
              <a:ext uri="{FF2B5EF4-FFF2-40B4-BE49-F238E27FC236}">
                <a16:creationId xmlns:a16="http://schemas.microsoft.com/office/drawing/2014/main" id="{E64BC8AC-FE75-44F6-85E1-31AA7D2B65A4}"/>
              </a:ext>
            </a:extLst>
          </p:cNvPr>
          <p:cNvSpPr>
            <a:spLocks xmlns:a="http://schemas.openxmlformats.org/drawingml/2006/main" noGrp="1"/>
          </p:cNvSpPr>
          <p:nvPr/>
        </p:nvSpPr>
        <p:spPr>
          <a:xfrm xmlns:a="http://schemas.openxmlformats.org/drawingml/2006/main">
            <a:off x="0" y="6459326"/>
            <a:ext cx="12192000" cy="400110"/>
          </a:xfrm>
          <a:prstGeom xmlns:a="http://schemas.openxmlformats.org/drawingml/2006/main" prst="rect">
            <a:avLst/>
          </a:prstGeom>
          <a:solidFill xmlns:a="http://schemas.openxmlformats.org/drawingml/2006/main">
            <a:srgbClr val="0070C0"/>
          </a:solidFill>
        </p:spPr>
        <p:txBody>
          <a:bodyPr xmlns:a="http://schemas.openxmlformats.org/drawingml/2006/main" wrap="square">
            <a:spAutoFit/>
          </a:bodyPr>
          <a:lstStyle xmlns:a="http://schemas.openxmlformats.org/drawingml/2006/main"/>
          <a:p xmlns:a="http://schemas.openxmlformats.org/drawingml/2006/main">
            <a:pPr algn="ctr">
              <a:buNone/>
            </a:pPr>
            <a:r>
              <a:rPr sz="2000" b="1">
                <a:solidFill>
                  <a:schemeClr val="bg1"/>
                </a:solidFill>
              </a:rPr>
              <a:t>Department of Computer Science &amp; Information Technology, University of Chakwal</a:t>
            </a:r>
          </a:p>
        </p:txBody>
      </p:sp>
      <p:pic>
        <p:nvPicPr>
          <p:cNvPr id="16" name="Picture 6"/>
          <p:cNvPicPr>
            <a:picLocks xmlns:a="http://schemas.openxmlformats.org/drawingml/2006/main" noChangeAspect="1"/>
          </p:cNvPicPr>
          <p:nvPr/>
        </p:nvPicPr>
        <p:blipFill>
          <a:blip xmlns:r="http://schemas.openxmlformats.org/officeDocument/2006/relationships" xmlns:a="http://schemas.openxmlformats.org/drawingml/2006/main" r:embed="Rb8ae9aad30e44822"/>
          <a:srcRect xmlns:a="http://schemas.openxmlformats.org/drawingml/2006/main" l="0" t="0" r="0" b="0"/>
          <a:stretch xmlns:a="http://schemas.openxmlformats.org/drawingml/2006/main">
            <a:fillRect l="0" t="0" r="0" b="0"/>
          </a:stretch>
        </p:blipFill>
        <p:spPr>
          <a:xfrm xmlns:a="http://schemas.openxmlformats.org/drawingml/2006/main">
            <a:off x="6096000" y="1041774"/>
            <a:ext cx="2433044" cy="4763185"/>
          </a:xfrm>
          <a:prstGeom xmlns:a="http://schemas.openxmlformats.org/drawingml/2006/main" prst="rect">
            <a:avLst/>
          </a:prstGeom>
          <a:ln xmlns:a="http://schemas.openxmlformats.org/drawingml/2006/main">
            <a:noFill/>
          </a:ln>
        </p:spPr>
      </p:pic>
      <p:pic>
        <p:nvPicPr>
          <p:cNvPr id="17" name="Picture 7"/>
          <p:cNvPicPr>
            <a:picLocks xmlns:a="http://schemas.openxmlformats.org/drawingml/2006/main" noChangeAspect="1"/>
          </p:cNvPicPr>
          <p:nvPr/>
        </p:nvPicPr>
        <p:blipFill>
          <a:blip xmlns:r="http://schemas.openxmlformats.org/officeDocument/2006/relationships" xmlns:a="http://schemas.openxmlformats.org/drawingml/2006/main" r:embed="Rb8ae9aad30e44822"/>
          <a:srcRect xmlns:a="http://schemas.openxmlformats.org/drawingml/2006/main" l="0" t="0" r="0" b="0"/>
          <a:stretch xmlns:a="http://schemas.openxmlformats.org/drawingml/2006/main">
            <a:fillRect l="0" t="0" r="0" b="0"/>
          </a:stretch>
        </p:blipFill>
        <p:spPr>
          <a:xfrm xmlns:a="http://schemas.openxmlformats.org/drawingml/2006/main">
            <a:off x="9158323" y="943299"/>
            <a:ext cx="2433044" cy="4763185"/>
          </a:xfrm>
          <a:prstGeom xmlns:a="http://schemas.openxmlformats.org/drawingml/2006/main" prst="rect">
            <a:avLst/>
          </a:prstGeom>
          <a:ln xmlns:a="http://schemas.openxmlformats.org/drawingml/2006/main">
            <a:noFill/>
          </a:ln>
        </p:spPr>
      </p:pic>
      <p:sp>
        <p:nvSpPr>
          <p:cNvPr id="11" name="">
            <a:extLst xmlns:a="http://schemas.openxmlformats.org/drawingml/2006/main">
              <a:ext uri="{FF2B5EF4-FFF2-40B4-BE49-F238E27FC236}">
                <a16:creationId xmlns:a16="http://schemas.microsoft.com/office/drawing/2014/main" id="{1B5499F2-AC30-49E6-B8CB-121666E1EE13}"/>
              </a:ext>
            </a:extLst>
          </p:cNvPr>
          <p:cNvSpPr>
            <a:spLocks xmlns:a="http://schemas.openxmlformats.org/drawingml/2006/main" noGrp="1"/>
          </p:cNvSpPr>
          <p:nvPr/>
        </p:nvSpPr>
        <p:spPr>
          <a:xfrm xmlns:a="http://schemas.openxmlformats.org/drawingml/2006/main">
            <a:off x="742950" y="1190625"/>
            <a:ext cx="10477500" cy="447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2100">
                <a:solidFill>
                  <a:srgbClr val="111827"/>
                </a:solidFill>
                <a:latin typeface="Aptos"/>
                <a:ea typeface="Aptos"/>
                <a:cs typeface="Aptos"/>
              </a:defRPr>
            </a:pPr>
            <a:r>
              <a:rPr sz="2100">
                <a:solidFill>
                  <a:srgbClr val="111827"/>
                </a:solidFill>
                <a:latin typeface="Aptos"/>
                <a:ea typeface="Aptos"/>
                <a:cs typeface="Aptos"/>
              </a:rPr>
              <a:t>Key application screens include Home Dashboard, SRS Generation, UML Diagram Generation, AI Analysis, UML Image Description, My History, Settings, and Premium Plans.</a:t>
            </a:r>
          </a:p>
        </p:txBody>
      </p:sp>
    </p:spTree>
    <p:extLst>
      <p:ext uri="{BB962C8B-B14F-4D97-AF65-F5344CB8AC3E}">
        <p14:creationId xmlns:p14="http://schemas.microsoft.com/office/powerpoint/2010/main" val="1398766544"/>
      </p:ext>
    </p:extLst>
  </p:cSld>
</p:sld>
</file>

<file path=ppt/slides/slide20.xml><?xml version="1.0" encoding="utf-8"?>
<p:sld xmlns:p="http://schemas.openxmlformats.org/presentationml/2006/main">
  <p:cSld>
    <p:spTree>
      <p:nvGrpSpPr>
        <p:cNvPr id="1" name=""/>
        <p:cNvGrpSpPr/>
        <p:nvPr/>
      </p:nvGrpSpPr>
      <p:grpSpPr>
        <a:xfrm xmlns:a="http://schemas.openxmlformats.org/drawingml/2006/main"/>
      </p:grpSpPr>
      <p:pic>
        <p:nvPicPr>
          <p:cNvPr id="2" name="Picture 5"/>
          <p:cNvPicPr>
            <a:picLocks xmlns:a="http://schemas.openxmlformats.org/drawingml/2006/main" noChangeAspect="1"/>
          </p:cNvPicPr>
          <p:nvPr/>
        </p:nvPicPr>
        <p:blipFill>
          <a:blip xmlns:r="http://schemas.openxmlformats.org/officeDocument/2006/relationships" xmlns:a="http://schemas.openxmlformats.org/drawingml/2006/main" r:embed="R992a51d1154a45d7"/>
          <a:stretch xmlns:a="http://schemas.openxmlformats.org/drawingml/2006/main">
            <a:fillRect l="0" t="0" r="0" b="0"/>
          </a:stretch>
        </p:blipFill>
        <p:spPr>
          <a:xfrm xmlns:a="http://schemas.openxmlformats.org/drawingml/2006/main">
            <a:off x="2062162" y="1624012"/>
            <a:ext cx="7810500" cy="4238625"/>
          </a:xfrm>
          <a:prstGeom xmlns:a="http://schemas.openxmlformats.org/drawingml/2006/main" prst="rect">
            <a:avLst/>
          </a:prstGeom>
          <a:ln xmlns:a="http://schemas.openxmlformats.org/drawingml/2006/main">
            <a:noFill/>
          </a:ln>
          <a:effectLst xmlns:a="http://schemas.openxmlformats.org/drawingml/2006/main">
            <a:softEdge rad="112500"/>
          </a:effectLst>
        </p:spPr>
      </p:pic>
    </p:spTree>
    <p:extLst>
      <p:ext uri="{BB962C8B-B14F-4D97-AF65-F5344CB8AC3E}">
        <p14:creationId xmlns:p14="http://schemas.microsoft.com/office/powerpoint/2010/main" val="4286559183"/>
      </p:ext>
    </p:extLst>
  </p:cSld>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2026-06-16T09:59:46.2900000Z</dcterms:created>
  <dcterms:modified xsi:type="dcterms:W3CDTF">2026-06-16T09:59:46.2900000Z</dcterms:modified>
</coreProperties>
</file>